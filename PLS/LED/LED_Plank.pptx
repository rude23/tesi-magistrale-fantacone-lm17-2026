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52" r:id="rId5"/>
    <p:sldId id="350" r:id="rId6"/>
    <p:sldId id="256" r:id="rId7"/>
    <p:sldId id="351" r:id="rId8"/>
    <p:sldId id="352" r:id="rId9"/>
    <p:sldId id="353" r:id="rId10"/>
    <p:sldId id="551" r:id="rId11"/>
    <p:sldId id="257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F830A-8F8F-432C-B0E2-88500CDCBA13}" v="85" dt="2026-02-12T13:33:40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BERTO SCOTTI DI UCCIO" userId="c1813f50-00ca-46b5-95e0-c57b63316f81" providerId="ADAL" clId="{5B62C77A-04BC-421C-8548-3A2A5F044B13}"/>
    <pc:docChg chg="undo redo custSel addSld delSld modSld sldOrd">
      <pc:chgData name="UMBERTO SCOTTI DI UCCIO" userId="c1813f50-00ca-46b5-95e0-c57b63316f81" providerId="ADAL" clId="{5B62C77A-04BC-421C-8548-3A2A5F044B13}" dt="2026-02-10T09:15:25.136" v="168" actId="1076"/>
      <pc:docMkLst>
        <pc:docMk/>
      </pc:docMkLst>
      <pc:sldChg chg="addSp delSp modSp mod">
        <pc:chgData name="UMBERTO SCOTTI DI UCCIO" userId="c1813f50-00ca-46b5-95e0-c57b63316f81" providerId="ADAL" clId="{5B62C77A-04BC-421C-8548-3A2A5F044B13}" dt="2026-02-10T09:02:12.211" v="1"/>
        <pc:sldMkLst>
          <pc:docMk/>
          <pc:sldMk cId="1091780780" sldId="256"/>
        </pc:sldMkLst>
        <pc:spChg chg="add 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14" creationId="{BAD9874B-CB65-238C-B019-7F774AE15A96}"/>
          </ac:spMkLst>
        </pc:spChg>
        <pc:spChg chg="add 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15" creationId="{F6FE26CE-5A7F-13B7-C972-3FAEB35F0275}"/>
          </ac:spMkLst>
        </pc:spChg>
        <pc:spChg chg="add 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22" creationId="{8EB79A2F-9821-576E-E172-E225C0A3BF8E}"/>
          </ac:spMkLst>
        </pc:spChg>
        <pc:spChg chg="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24" creationId="{F89303C7-BBEA-C671-FEA8-3383C5D77420}"/>
          </ac:spMkLst>
        </pc:spChg>
        <pc:spChg chg="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30" creationId="{686743CA-C3D2-AEFC-E8D0-7C551892ECB2}"/>
          </ac:spMkLst>
        </pc:spChg>
        <pc:spChg chg="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33" creationId="{07FA4471-BF97-3C11-BFEB-E927FEDF0DFA}"/>
          </ac:spMkLst>
        </pc:spChg>
        <pc:spChg chg="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34" creationId="{48F38B6E-C524-5040-39BD-872219090CA0}"/>
          </ac:spMkLst>
        </pc:spChg>
        <pc:spChg chg="add 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53" creationId="{D2D44AEB-6CC5-F34A-AAFC-85567FB764AB}"/>
          </ac:spMkLst>
        </pc:spChg>
        <pc:spChg chg="add 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54" creationId="{A2EBCC43-2F77-7922-174D-51E6D9B98B61}"/>
          </ac:spMkLst>
        </pc:spChg>
        <pc:spChg chg="mod">
          <ac:chgData name="UMBERTO SCOTTI DI UCCIO" userId="c1813f50-00ca-46b5-95e0-c57b63316f81" providerId="ADAL" clId="{5B62C77A-04BC-421C-8548-3A2A5F044B13}" dt="2026-02-10T09:02:12.211" v="1"/>
          <ac:spMkLst>
            <pc:docMk/>
            <pc:sldMk cId="1091780780" sldId="256"/>
            <ac:spMk id="56" creationId="{407E887E-70D1-F87E-BCA9-03612A2D0A40}"/>
          </ac:spMkLst>
        </pc:spChg>
      </pc:sldChg>
      <pc:sldChg chg="addSp delSp modSp new mod ord">
        <pc:chgData name="UMBERTO SCOTTI DI UCCIO" userId="c1813f50-00ca-46b5-95e0-c57b63316f81" providerId="ADAL" clId="{5B62C77A-04BC-421C-8548-3A2A5F044B13}" dt="2026-02-10T09:15:25.136" v="168" actId="1076"/>
        <pc:sldMkLst>
          <pc:docMk/>
          <pc:sldMk cId="2202693409" sldId="257"/>
        </pc:sldMkLst>
        <pc:spChg chg="add mod">
          <ac:chgData name="UMBERTO SCOTTI DI UCCIO" userId="c1813f50-00ca-46b5-95e0-c57b63316f81" providerId="ADAL" clId="{5B62C77A-04BC-421C-8548-3A2A5F044B13}" dt="2026-02-10T09:15:25.136" v="168" actId="1076"/>
          <ac:spMkLst>
            <pc:docMk/>
            <pc:sldMk cId="2202693409" sldId="257"/>
            <ac:spMk id="4" creationId="{D9141882-5EBF-3189-C7EA-E5C39A82DCD1}"/>
          </ac:spMkLst>
        </pc:spChg>
      </pc:sldChg>
      <pc:sldChg chg="addSp modSp add mod">
        <pc:chgData name="UMBERTO SCOTTI DI UCCIO" userId="c1813f50-00ca-46b5-95e0-c57b63316f81" providerId="ADAL" clId="{5B62C77A-04BC-421C-8548-3A2A5F044B13}" dt="2026-02-10T09:04:28.304" v="19" actId="1037"/>
        <pc:sldMkLst>
          <pc:docMk/>
          <pc:sldMk cId="878998090" sldId="350"/>
        </pc:sldMkLst>
      </pc:sldChg>
      <pc:sldChg chg="add">
        <pc:chgData name="UMBERTO SCOTTI DI UCCIO" userId="c1813f50-00ca-46b5-95e0-c57b63316f81" providerId="ADAL" clId="{5B62C77A-04BC-421C-8548-3A2A5F044B13}" dt="2026-02-10T09:05:20.015" v="22"/>
        <pc:sldMkLst>
          <pc:docMk/>
          <pc:sldMk cId="979713851" sldId="351"/>
        </pc:sldMkLst>
      </pc:sldChg>
      <pc:sldChg chg="add">
        <pc:chgData name="UMBERTO SCOTTI DI UCCIO" userId="c1813f50-00ca-46b5-95e0-c57b63316f81" providerId="ADAL" clId="{5B62C77A-04BC-421C-8548-3A2A5F044B13}" dt="2026-02-10T09:05:20.015" v="22"/>
        <pc:sldMkLst>
          <pc:docMk/>
          <pc:sldMk cId="3454945382" sldId="352"/>
        </pc:sldMkLst>
      </pc:sldChg>
      <pc:sldChg chg="addSp modSp add mod">
        <pc:chgData name="UMBERTO SCOTTI DI UCCIO" userId="c1813f50-00ca-46b5-95e0-c57b63316f81" providerId="ADAL" clId="{5B62C77A-04BC-421C-8548-3A2A5F044B13}" dt="2026-02-10T09:08:26.336" v="67" actId="1076"/>
        <pc:sldMkLst>
          <pc:docMk/>
          <pc:sldMk cId="2249336980" sldId="353"/>
        </pc:sldMkLst>
      </pc:sldChg>
      <pc:sldChg chg="addSp modSp new mod">
        <pc:chgData name="UMBERTO SCOTTI DI UCCIO" userId="c1813f50-00ca-46b5-95e0-c57b63316f81" providerId="ADAL" clId="{5B62C77A-04BC-421C-8548-3A2A5F044B13}" dt="2026-02-10T09:13:05.775" v="132" actId="1076"/>
        <pc:sldMkLst>
          <pc:docMk/>
          <pc:sldMk cId="1263499255" sldId="551"/>
        </pc:sldMkLst>
        <pc:spChg chg="add mod">
          <ac:chgData name="UMBERTO SCOTTI DI UCCIO" userId="c1813f50-00ca-46b5-95e0-c57b63316f81" providerId="ADAL" clId="{5B62C77A-04BC-421C-8548-3A2A5F044B13}" dt="2026-02-10T09:13:05.775" v="132" actId="1076"/>
          <ac:spMkLst>
            <pc:docMk/>
            <pc:sldMk cId="1263499255" sldId="551"/>
            <ac:spMk id="4" creationId="{06F57FB2-4BCC-1A14-39D8-994E05BD5A1C}"/>
          </ac:spMkLst>
        </pc:spChg>
        <pc:picChg chg="add mod">
          <ac:chgData name="UMBERTO SCOTTI DI UCCIO" userId="c1813f50-00ca-46b5-95e0-c57b63316f81" providerId="ADAL" clId="{5B62C77A-04BC-421C-8548-3A2A5F044B13}" dt="2026-02-10T09:13:01.390" v="131" actId="1038"/>
          <ac:picMkLst>
            <pc:docMk/>
            <pc:sldMk cId="1263499255" sldId="551"/>
            <ac:picMk id="3" creationId="{9300395A-2983-F1B9-4BB9-E4E4D2712AB3}"/>
          </ac:picMkLst>
        </pc:picChg>
      </pc:sldChg>
    </pc:docChg>
  </pc:docChgLst>
  <pc:docChgLst>
    <pc:chgData name="UMBERTO SCOTTI DI UCCIO" userId="c1813f50-00ca-46b5-95e0-c57b63316f81" providerId="ADAL" clId="{1BF9469A-3467-43AB-908C-3E24F4C6B962}"/>
    <pc:docChg chg="undo custSel addSld delSld modSld">
      <pc:chgData name="UMBERTO SCOTTI DI UCCIO" userId="c1813f50-00ca-46b5-95e0-c57b63316f81" providerId="ADAL" clId="{1BF9469A-3467-43AB-908C-3E24F4C6B962}" dt="2026-02-12T13:34:38.029" v="2850" actId="20577"/>
      <pc:docMkLst>
        <pc:docMk/>
      </pc:docMkLst>
      <pc:sldChg chg="modNotesTx">
        <pc:chgData name="UMBERTO SCOTTI DI UCCIO" userId="c1813f50-00ca-46b5-95e0-c57b63316f81" providerId="ADAL" clId="{1BF9469A-3467-43AB-908C-3E24F4C6B962}" dt="2026-02-12T12:44:49.678" v="195" actId="20577"/>
        <pc:sldMkLst>
          <pc:docMk/>
          <pc:sldMk cId="1091780780" sldId="256"/>
        </pc:sldMkLst>
      </pc:sldChg>
      <pc:sldChg chg="addSp delSp modSp mod modNotesTx">
        <pc:chgData name="UMBERTO SCOTTI DI UCCIO" userId="c1813f50-00ca-46b5-95e0-c57b63316f81" providerId="ADAL" clId="{1BF9469A-3467-43AB-908C-3E24F4C6B962}" dt="2026-02-12T13:34:38.029" v="2850" actId="20577"/>
        <pc:sldMkLst>
          <pc:docMk/>
          <pc:sldMk cId="2202693409" sldId="257"/>
        </pc:sldMkLst>
        <pc:spChg chg="del">
          <ac:chgData name="UMBERTO SCOTTI DI UCCIO" userId="c1813f50-00ca-46b5-95e0-c57b63316f81" providerId="ADAL" clId="{1BF9469A-3467-43AB-908C-3E24F4C6B962}" dt="2026-02-12T13:28:48.820" v="2595" actId="478"/>
          <ac:spMkLst>
            <pc:docMk/>
            <pc:sldMk cId="2202693409" sldId="257"/>
            <ac:spMk id="2" creationId="{AAE6BA89-2400-44C6-9BE6-9D2090055DA0}"/>
          </ac:spMkLst>
        </pc:spChg>
        <pc:spChg chg="mod">
          <ac:chgData name="UMBERTO SCOTTI DI UCCIO" userId="c1813f50-00ca-46b5-95e0-c57b63316f81" providerId="ADAL" clId="{1BF9469A-3467-43AB-908C-3E24F4C6B962}" dt="2026-02-12T13:33:28.405" v="2751" actId="1076"/>
          <ac:spMkLst>
            <pc:docMk/>
            <pc:sldMk cId="2202693409" sldId="257"/>
            <ac:spMk id="4" creationId="{D9141882-5EBF-3189-C7EA-E5C39A82DCD1}"/>
          </ac:spMkLst>
        </pc:spChg>
        <pc:spChg chg="del mod">
          <ac:chgData name="UMBERTO SCOTTI DI UCCIO" userId="c1813f50-00ca-46b5-95e0-c57b63316f81" providerId="ADAL" clId="{1BF9469A-3467-43AB-908C-3E24F4C6B962}" dt="2026-02-12T13:32:56.477" v="2660" actId="478"/>
          <ac:spMkLst>
            <pc:docMk/>
            <pc:sldMk cId="2202693409" sldId="257"/>
            <ac:spMk id="8" creationId="{49AB9E51-480C-FCDC-C9DD-E1FD9EFC4DE0}"/>
          </ac:spMkLst>
        </pc:spChg>
        <pc:spChg chg="add mod">
          <ac:chgData name="UMBERTO SCOTTI DI UCCIO" userId="c1813f50-00ca-46b5-95e0-c57b63316f81" providerId="ADAL" clId="{1BF9469A-3467-43AB-908C-3E24F4C6B962}" dt="2026-02-12T13:32:41.662" v="2648" actId="1076"/>
          <ac:spMkLst>
            <pc:docMk/>
            <pc:sldMk cId="2202693409" sldId="257"/>
            <ac:spMk id="10" creationId="{463DFF10-D554-7420-1EE4-1EC43F872745}"/>
          </ac:spMkLst>
        </pc:spChg>
        <pc:spChg chg="add mod">
          <ac:chgData name="UMBERTO SCOTTI DI UCCIO" userId="c1813f50-00ca-46b5-95e0-c57b63316f81" providerId="ADAL" clId="{1BF9469A-3467-43AB-908C-3E24F4C6B962}" dt="2026-02-12T13:32:14.198" v="2626" actId="1076"/>
          <ac:spMkLst>
            <pc:docMk/>
            <pc:sldMk cId="2202693409" sldId="257"/>
            <ac:spMk id="12" creationId="{EA4A2CFC-E3F4-5AEA-848C-DA062D81C99D}"/>
          </ac:spMkLst>
        </pc:spChg>
        <pc:spChg chg="add mod">
          <ac:chgData name="UMBERTO SCOTTI DI UCCIO" userId="c1813f50-00ca-46b5-95e0-c57b63316f81" providerId="ADAL" clId="{1BF9469A-3467-43AB-908C-3E24F4C6B962}" dt="2026-02-12T13:32:26.965" v="2629" actId="1076"/>
          <ac:spMkLst>
            <pc:docMk/>
            <pc:sldMk cId="2202693409" sldId="257"/>
            <ac:spMk id="13" creationId="{883FA488-0D23-393E-52BB-31C597076A12}"/>
          </ac:spMkLst>
        </pc:spChg>
        <pc:spChg chg="add mod">
          <ac:chgData name="UMBERTO SCOTTI DI UCCIO" userId="c1813f50-00ca-46b5-95e0-c57b63316f81" providerId="ADAL" clId="{1BF9469A-3467-43AB-908C-3E24F4C6B962}" dt="2026-02-12T13:32:59.869" v="2661" actId="1076"/>
          <ac:spMkLst>
            <pc:docMk/>
            <pc:sldMk cId="2202693409" sldId="257"/>
            <ac:spMk id="15" creationId="{B3F030B1-EC29-4661-FFA4-CADCA380FB42}"/>
          </ac:spMkLst>
        </pc:spChg>
        <pc:spChg chg="add mod">
          <ac:chgData name="UMBERTO SCOTTI DI UCCIO" userId="c1813f50-00ca-46b5-95e0-c57b63316f81" providerId="ADAL" clId="{1BF9469A-3467-43AB-908C-3E24F4C6B962}" dt="2026-02-12T13:33:22.348" v="2750" actId="1038"/>
          <ac:spMkLst>
            <pc:docMk/>
            <pc:sldMk cId="2202693409" sldId="257"/>
            <ac:spMk id="16" creationId="{AAF8164B-4848-BD9A-12B0-70E1C173ECD6}"/>
          </ac:spMkLst>
        </pc:spChg>
        <pc:spChg chg="add mod">
          <ac:chgData name="UMBERTO SCOTTI DI UCCIO" userId="c1813f50-00ca-46b5-95e0-c57b63316f81" providerId="ADAL" clId="{1BF9469A-3467-43AB-908C-3E24F4C6B962}" dt="2026-02-12T13:33:46.174" v="2753" actId="1076"/>
          <ac:spMkLst>
            <pc:docMk/>
            <pc:sldMk cId="2202693409" sldId="257"/>
            <ac:spMk id="17" creationId="{A4BB2B8F-A76A-141A-5112-F5A9B6A76A7C}"/>
          </ac:spMkLst>
        </pc:spChg>
        <pc:picChg chg="add del mod">
          <ac:chgData name="UMBERTO SCOTTI DI UCCIO" userId="c1813f50-00ca-46b5-95e0-c57b63316f81" providerId="ADAL" clId="{1BF9469A-3467-43AB-908C-3E24F4C6B962}" dt="2026-02-12T13:29:10.156" v="2599" actId="478"/>
          <ac:picMkLst>
            <pc:docMk/>
            <pc:sldMk cId="2202693409" sldId="257"/>
            <ac:picMk id="3" creationId="{7816D213-5F87-D17B-6EAA-40EE7F19546F}"/>
          </ac:picMkLst>
        </pc:picChg>
        <pc:picChg chg="add mod modCrop">
          <ac:chgData name="UMBERTO SCOTTI DI UCCIO" userId="c1813f50-00ca-46b5-95e0-c57b63316f81" providerId="ADAL" clId="{1BF9469A-3467-43AB-908C-3E24F4C6B962}" dt="2026-02-12T13:33:03.995" v="2683" actId="1038"/>
          <ac:picMkLst>
            <pc:docMk/>
            <pc:sldMk cId="2202693409" sldId="257"/>
            <ac:picMk id="5" creationId="{D6172A0C-21B9-EEF3-24CE-D656BA655479}"/>
          </ac:picMkLst>
        </pc:picChg>
        <pc:picChg chg="del">
          <ac:chgData name="UMBERTO SCOTTI DI UCCIO" userId="c1813f50-00ca-46b5-95e0-c57b63316f81" providerId="ADAL" clId="{1BF9469A-3467-43AB-908C-3E24F4C6B962}" dt="2026-02-12T13:28:44.316" v="2594" actId="478"/>
          <ac:picMkLst>
            <pc:docMk/>
            <pc:sldMk cId="2202693409" sldId="257"/>
            <ac:picMk id="7" creationId="{80095A04-A9BD-5C44-4043-8B6E268682CA}"/>
          </ac:picMkLst>
        </pc:picChg>
        <pc:picChg chg="add mod modCrop">
          <ac:chgData name="UMBERTO SCOTTI DI UCCIO" userId="c1813f50-00ca-46b5-95e0-c57b63316f81" providerId="ADAL" clId="{1BF9469A-3467-43AB-908C-3E24F4C6B962}" dt="2026-02-12T13:33:07.599" v="2718" actId="1038"/>
          <ac:picMkLst>
            <pc:docMk/>
            <pc:sldMk cId="2202693409" sldId="257"/>
            <ac:picMk id="11" creationId="{131509B1-11F0-6BE1-F0CD-47C629A56A40}"/>
          </ac:picMkLst>
        </pc:picChg>
        <pc:cxnChg chg="add mod">
          <ac:chgData name="UMBERTO SCOTTI DI UCCIO" userId="c1813f50-00ca-46b5-95e0-c57b63316f81" providerId="ADAL" clId="{1BF9469A-3467-43AB-908C-3E24F4C6B962}" dt="2026-02-12T13:32:37.678" v="2647" actId="14100"/>
          <ac:cxnSpMkLst>
            <pc:docMk/>
            <pc:sldMk cId="2202693409" sldId="257"/>
            <ac:cxnSpMk id="9" creationId="{6EA5AE0B-328B-E985-84E2-DDE7F3D91AA2}"/>
          </ac:cxnSpMkLst>
        </pc:cxnChg>
      </pc:sldChg>
      <pc:sldChg chg="addSp delSp modSp mod modNotesTx">
        <pc:chgData name="UMBERTO SCOTTI DI UCCIO" userId="c1813f50-00ca-46b5-95e0-c57b63316f81" providerId="ADAL" clId="{1BF9469A-3467-43AB-908C-3E24F4C6B962}" dt="2026-02-12T12:43:50.759" v="113" actId="20577"/>
        <pc:sldMkLst>
          <pc:docMk/>
          <pc:sldMk cId="878998090" sldId="350"/>
        </pc:sldMkLst>
        <pc:spChg chg="del mod topLvl">
          <ac:chgData name="UMBERTO SCOTTI DI UCCIO" userId="c1813f50-00ca-46b5-95e0-c57b63316f81" providerId="ADAL" clId="{1BF9469A-3467-43AB-908C-3E24F4C6B962}" dt="2026-02-12T12:42:20.814" v="73" actId="478"/>
          <ac:spMkLst>
            <pc:docMk/>
            <pc:sldMk cId="878998090" sldId="350"/>
            <ac:spMk id="2" creationId="{7FC63AB8-43E0-DA47-C58B-8A0EB1D41803}"/>
          </ac:spMkLst>
        </pc:spChg>
        <pc:spChg chg="del mod topLvl">
          <ac:chgData name="UMBERTO SCOTTI DI UCCIO" userId="c1813f50-00ca-46b5-95e0-c57b63316f81" providerId="ADAL" clId="{1BF9469A-3467-43AB-908C-3E24F4C6B962}" dt="2026-02-12T12:42:20.814" v="73" actId="478"/>
          <ac:spMkLst>
            <pc:docMk/>
            <pc:sldMk cId="878998090" sldId="350"/>
            <ac:spMk id="3" creationId="{7B56878A-3677-BE5E-C6EA-031C04035E66}"/>
          </ac:spMkLst>
        </pc:spChg>
        <pc:spChg chg="del mod topLvl">
          <ac:chgData name="UMBERTO SCOTTI DI UCCIO" userId="c1813f50-00ca-46b5-95e0-c57b63316f81" providerId="ADAL" clId="{1BF9469A-3467-43AB-908C-3E24F4C6B962}" dt="2026-02-12T12:42:18.742" v="72" actId="478"/>
          <ac:spMkLst>
            <pc:docMk/>
            <pc:sldMk cId="878998090" sldId="350"/>
            <ac:spMk id="7" creationId="{D14176FC-4998-3D4C-9164-4ACE50193A63}"/>
          </ac:spMkLst>
        </pc:spChg>
        <pc:grpChg chg="add del mod ord topLvl">
          <ac:chgData name="UMBERTO SCOTTI DI UCCIO" userId="c1813f50-00ca-46b5-95e0-c57b63316f81" providerId="ADAL" clId="{1BF9469A-3467-43AB-908C-3E24F4C6B962}" dt="2026-02-12T12:41:11.965" v="55" actId="165"/>
          <ac:grpSpMkLst>
            <pc:docMk/>
            <pc:sldMk cId="878998090" sldId="350"/>
            <ac:grpSpMk id="4" creationId="{77DFE7B9-94D9-FDF2-3E63-BDD41C726637}"/>
          </ac:grpSpMkLst>
        </pc:grpChg>
        <pc:grpChg chg="add del mod">
          <ac:chgData name="UMBERTO SCOTTI DI UCCIO" userId="c1813f50-00ca-46b5-95e0-c57b63316f81" providerId="ADAL" clId="{1BF9469A-3467-43AB-908C-3E24F4C6B962}" dt="2026-02-12T12:29:27.312" v="10" actId="165"/>
          <ac:grpSpMkLst>
            <pc:docMk/>
            <pc:sldMk cId="878998090" sldId="350"/>
            <ac:grpSpMk id="8" creationId="{DBD4B5D6-2DD6-08B0-DBA0-CB2A1E800D07}"/>
          </ac:grpSpMkLst>
        </pc:grpChg>
        <pc:picChg chg="del mod topLvl">
          <ac:chgData name="UMBERTO SCOTTI DI UCCIO" userId="c1813f50-00ca-46b5-95e0-c57b63316f81" providerId="ADAL" clId="{1BF9469A-3467-43AB-908C-3E24F4C6B962}" dt="2026-02-12T12:42:11.310" v="69" actId="478"/>
          <ac:picMkLst>
            <pc:docMk/>
            <pc:sldMk cId="878998090" sldId="350"/>
            <ac:picMk id="5" creationId="{4C9BF00F-0CEB-1B0B-0B35-20897BEA209C}"/>
          </ac:picMkLst>
        </pc:picChg>
        <pc:picChg chg="del mod">
          <ac:chgData name="UMBERTO SCOTTI DI UCCIO" userId="c1813f50-00ca-46b5-95e0-c57b63316f81" providerId="ADAL" clId="{1BF9469A-3467-43AB-908C-3E24F4C6B962}" dt="2026-02-12T12:28:49.063" v="1" actId="478"/>
          <ac:picMkLst>
            <pc:docMk/>
            <pc:sldMk cId="878998090" sldId="350"/>
            <ac:picMk id="10" creationId="{3B451505-CF4F-36B7-074E-939E82280741}"/>
          </ac:picMkLst>
        </pc:picChg>
        <pc:picChg chg="add mod">
          <ac:chgData name="UMBERTO SCOTTI DI UCCIO" userId="c1813f50-00ca-46b5-95e0-c57b63316f81" providerId="ADAL" clId="{1BF9469A-3467-43AB-908C-3E24F4C6B962}" dt="2026-02-12T12:42:23.624" v="74" actId="1076"/>
          <ac:picMkLst>
            <pc:docMk/>
            <pc:sldMk cId="878998090" sldId="350"/>
            <ac:picMk id="11" creationId="{23F97185-9347-18A4-0FA1-42B707AD8DEC}"/>
          </ac:picMkLst>
        </pc:picChg>
        <pc:picChg chg="add mod">
          <ac:chgData name="UMBERTO SCOTTI DI UCCIO" userId="c1813f50-00ca-46b5-95e0-c57b63316f81" providerId="ADAL" clId="{1BF9469A-3467-43AB-908C-3E24F4C6B962}" dt="2026-02-12T12:42:27.808" v="76" actId="1076"/>
          <ac:picMkLst>
            <pc:docMk/>
            <pc:sldMk cId="878998090" sldId="350"/>
            <ac:picMk id="13" creationId="{050BDE69-7D6A-AC73-3B9E-01FEE988681D}"/>
          </ac:picMkLst>
        </pc:picChg>
        <pc:cxnChg chg="del mod topLvl">
          <ac:chgData name="UMBERTO SCOTTI DI UCCIO" userId="c1813f50-00ca-46b5-95e0-c57b63316f81" providerId="ADAL" clId="{1BF9469A-3467-43AB-908C-3E24F4C6B962}" dt="2026-02-12T12:42:15.910" v="71" actId="478"/>
          <ac:cxnSpMkLst>
            <pc:docMk/>
            <pc:sldMk cId="878998090" sldId="350"/>
            <ac:cxnSpMk id="6" creationId="{BC0EAC32-2C22-DDBA-27A0-55547BAAB32C}"/>
          </ac:cxnSpMkLst>
        </pc:cxnChg>
      </pc:sldChg>
      <pc:sldChg chg="modNotesTx">
        <pc:chgData name="UMBERTO SCOTTI DI UCCIO" userId="c1813f50-00ca-46b5-95e0-c57b63316f81" providerId="ADAL" clId="{1BF9469A-3467-43AB-908C-3E24F4C6B962}" dt="2026-02-12T12:46:12.310" v="307" actId="20577"/>
        <pc:sldMkLst>
          <pc:docMk/>
          <pc:sldMk cId="979713851" sldId="351"/>
        </pc:sldMkLst>
      </pc:sldChg>
      <pc:sldChg chg="addSp modSp mod modNotesTx">
        <pc:chgData name="UMBERTO SCOTTI DI UCCIO" userId="c1813f50-00ca-46b5-95e0-c57b63316f81" providerId="ADAL" clId="{1BF9469A-3467-43AB-908C-3E24F4C6B962}" dt="2026-02-12T13:25:24.583" v="2230" actId="20577"/>
        <pc:sldMkLst>
          <pc:docMk/>
          <pc:sldMk cId="3454945382" sldId="352"/>
        </pc:sldMkLst>
        <pc:spChg chg="mod">
          <ac:chgData name="UMBERTO SCOTTI DI UCCIO" userId="c1813f50-00ca-46b5-95e0-c57b63316f81" providerId="ADAL" clId="{1BF9469A-3467-43AB-908C-3E24F4C6B962}" dt="2026-02-12T12:50:54.451" v="775" actId="1035"/>
          <ac:spMkLst>
            <pc:docMk/>
            <pc:sldMk cId="3454945382" sldId="352"/>
            <ac:spMk id="2" creationId="{5BBB5AA5-54DD-7A81-2E39-2C4BAC3AC4D9}"/>
          </ac:spMkLst>
        </pc:spChg>
        <pc:spChg chg="mod">
          <ac:chgData name="UMBERTO SCOTTI DI UCCIO" userId="c1813f50-00ca-46b5-95e0-c57b63316f81" providerId="ADAL" clId="{1BF9469A-3467-43AB-908C-3E24F4C6B962}" dt="2026-02-12T12:50:54.451" v="775" actId="1035"/>
          <ac:spMkLst>
            <pc:docMk/>
            <pc:sldMk cId="3454945382" sldId="352"/>
            <ac:spMk id="3" creationId="{605F4076-CC3F-D84D-DFBE-CB756E63CF54}"/>
          </ac:spMkLst>
        </pc:spChg>
        <pc:spChg chg="mod">
          <ac:chgData name="UMBERTO SCOTTI DI UCCIO" userId="c1813f50-00ca-46b5-95e0-c57b63316f81" providerId="ADAL" clId="{1BF9469A-3467-43AB-908C-3E24F4C6B962}" dt="2026-02-12T12:50:18.366" v="730" actId="1035"/>
          <ac:spMkLst>
            <pc:docMk/>
            <pc:sldMk cId="3454945382" sldId="352"/>
            <ac:spMk id="4" creationId="{D92DE69F-6F23-615D-0380-7F9F3A1F4D6F}"/>
          </ac:spMkLst>
        </pc:spChg>
        <pc:spChg chg="mod">
          <ac:chgData name="UMBERTO SCOTTI DI UCCIO" userId="c1813f50-00ca-46b5-95e0-c57b63316f81" providerId="ADAL" clId="{1BF9469A-3467-43AB-908C-3E24F4C6B962}" dt="2026-02-12T12:50:18.366" v="730" actId="1035"/>
          <ac:spMkLst>
            <pc:docMk/>
            <pc:sldMk cId="3454945382" sldId="352"/>
            <ac:spMk id="5" creationId="{AEFCD89D-B96B-3B2C-13C9-203A2BF9D943}"/>
          </ac:spMkLst>
        </pc:spChg>
        <pc:spChg chg="mod">
          <ac:chgData name="UMBERTO SCOTTI DI UCCIO" userId="c1813f50-00ca-46b5-95e0-c57b63316f81" providerId="ADAL" clId="{1BF9469A-3467-43AB-908C-3E24F4C6B962}" dt="2026-02-12T12:50:18.366" v="730" actId="1035"/>
          <ac:spMkLst>
            <pc:docMk/>
            <pc:sldMk cId="3454945382" sldId="352"/>
            <ac:spMk id="6" creationId="{3C3F5C48-621A-BF89-10E4-1ADF05FDC22C}"/>
          </ac:spMkLst>
        </pc:spChg>
        <pc:spChg chg="mod">
          <ac:chgData name="UMBERTO SCOTTI DI UCCIO" userId="c1813f50-00ca-46b5-95e0-c57b63316f81" providerId="ADAL" clId="{1BF9469A-3467-43AB-908C-3E24F4C6B962}" dt="2026-02-12T12:50:18.366" v="730" actId="1035"/>
          <ac:spMkLst>
            <pc:docMk/>
            <pc:sldMk cId="3454945382" sldId="352"/>
            <ac:spMk id="7" creationId="{EE4D67C1-B2BE-FD4B-1E71-1205D7E6F53F}"/>
          </ac:spMkLst>
        </pc:spChg>
        <pc:spChg chg="mod">
          <ac:chgData name="UMBERTO SCOTTI DI UCCIO" userId="c1813f50-00ca-46b5-95e0-c57b63316f81" providerId="ADAL" clId="{1BF9469A-3467-43AB-908C-3E24F4C6B962}" dt="2026-02-12T12:50:18.366" v="730" actId="1035"/>
          <ac:spMkLst>
            <pc:docMk/>
            <pc:sldMk cId="3454945382" sldId="352"/>
            <ac:spMk id="8" creationId="{28A3ED8C-BB80-0479-294C-4E6A4CD9EBEB}"/>
          </ac:spMkLst>
        </pc:spChg>
        <pc:spChg chg="mod">
          <ac:chgData name="UMBERTO SCOTTI DI UCCIO" userId="c1813f50-00ca-46b5-95e0-c57b63316f81" providerId="ADAL" clId="{1BF9469A-3467-43AB-908C-3E24F4C6B962}" dt="2026-02-12T12:50:18.366" v="730" actId="1035"/>
          <ac:spMkLst>
            <pc:docMk/>
            <pc:sldMk cId="3454945382" sldId="352"/>
            <ac:spMk id="9" creationId="{6E90E985-75EE-1CC8-7A91-06557CF58936}"/>
          </ac:spMkLst>
        </pc:spChg>
        <pc:spChg chg="mod">
          <ac:chgData name="UMBERTO SCOTTI DI UCCIO" userId="c1813f50-00ca-46b5-95e0-c57b63316f81" providerId="ADAL" clId="{1BF9469A-3467-43AB-908C-3E24F4C6B962}" dt="2026-02-12T12:50:48.854" v="754" actId="1035"/>
          <ac:spMkLst>
            <pc:docMk/>
            <pc:sldMk cId="3454945382" sldId="352"/>
            <ac:spMk id="10" creationId="{AA951AE7-3B15-2AA1-1842-7F71E7C1270F}"/>
          </ac:spMkLst>
        </pc:spChg>
        <pc:spChg chg="add mod">
          <ac:chgData name="UMBERTO SCOTTI DI UCCIO" userId="c1813f50-00ca-46b5-95e0-c57b63316f81" providerId="ADAL" clId="{1BF9469A-3467-43AB-908C-3E24F4C6B962}" dt="2026-02-12T13:25:24.583" v="2230" actId="20577"/>
          <ac:spMkLst>
            <pc:docMk/>
            <pc:sldMk cId="3454945382" sldId="352"/>
            <ac:spMk id="11" creationId="{6A3298F8-CF55-A06F-5E33-47F129871F97}"/>
          </ac:spMkLst>
        </pc:spChg>
        <pc:spChg chg="add mod">
          <ac:chgData name="UMBERTO SCOTTI DI UCCIO" userId="c1813f50-00ca-46b5-95e0-c57b63316f81" providerId="ADAL" clId="{1BF9469A-3467-43AB-908C-3E24F4C6B962}" dt="2026-02-12T12:49:47.654" v="676" actId="1038"/>
          <ac:spMkLst>
            <pc:docMk/>
            <pc:sldMk cId="3454945382" sldId="352"/>
            <ac:spMk id="12" creationId="{42160B43-7069-A4F9-7859-B9652D22A5E6}"/>
          </ac:spMkLst>
        </pc:spChg>
        <pc:spChg chg="add mod">
          <ac:chgData name="UMBERTO SCOTTI DI UCCIO" userId="c1813f50-00ca-46b5-95e0-c57b63316f81" providerId="ADAL" clId="{1BF9469A-3467-43AB-908C-3E24F4C6B962}" dt="2026-02-12T13:25:22.361" v="2229" actId="1076"/>
          <ac:spMkLst>
            <pc:docMk/>
            <pc:sldMk cId="3454945382" sldId="352"/>
            <ac:spMk id="13" creationId="{59EC1258-E7AF-45DD-3855-84669F6A0904}"/>
          </ac:spMkLst>
        </pc:spChg>
        <pc:picChg chg="mod">
          <ac:chgData name="UMBERTO SCOTTI DI UCCIO" userId="c1813f50-00ca-46b5-95e0-c57b63316f81" providerId="ADAL" clId="{1BF9469A-3467-43AB-908C-3E24F4C6B962}" dt="2026-02-12T12:49:55.030" v="705" actId="1036"/>
          <ac:picMkLst>
            <pc:docMk/>
            <pc:sldMk cId="3454945382" sldId="352"/>
            <ac:picMk id="17" creationId="{C3666760-841F-327C-35A6-E91D247C64AB}"/>
          </ac:picMkLst>
        </pc:picChg>
        <pc:picChg chg="mod">
          <ac:chgData name="UMBERTO SCOTTI DI UCCIO" userId="c1813f50-00ca-46b5-95e0-c57b63316f81" providerId="ADAL" clId="{1BF9469A-3467-43AB-908C-3E24F4C6B962}" dt="2026-02-12T12:49:55.030" v="705" actId="1036"/>
          <ac:picMkLst>
            <pc:docMk/>
            <pc:sldMk cId="3454945382" sldId="352"/>
            <ac:picMk id="19" creationId="{3D79477D-7780-FD7E-2F4D-B36ACA1C6766}"/>
          </ac:picMkLst>
        </pc:picChg>
        <pc:picChg chg="mod">
          <ac:chgData name="UMBERTO SCOTTI DI UCCIO" userId="c1813f50-00ca-46b5-95e0-c57b63316f81" providerId="ADAL" clId="{1BF9469A-3467-43AB-908C-3E24F4C6B962}" dt="2026-02-12T12:50:54.451" v="775" actId="1035"/>
          <ac:picMkLst>
            <pc:docMk/>
            <pc:sldMk cId="3454945382" sldId="352"/>
            <ac:picMk id="21" creationId="{A4FCFC82-75E3-BE2D-92BC-4C05517F5885}"/>
          </ac:picMkLst>
        </pc:picChg>
      </pc:sldChg>
      <pc:sldChg chg="addSp delSp modSp mod modNotesTx">
        <pc:chgData name="UMBERTO SCOTTI DI UCCIO" userId="c1813f50-00ca-46b5-95e0-c57b63316f81" providerId="ADAL" clId="{1BF9469A-3467-43AB-908C-3E24F4C6B962}" dt="2026-02-12T13:26:58.228" v="2411" actId="1038"/>
        <pc:sldMkLst>
          <pc:docMk/>
          <pc:sldMk cId="2249336980" sldId="353"/>
        </pc:sldMkLst>
        <pc:spChg chg="del mod">
          <ac:chgData name="UMBERTO SCOTTI DI UCCIO" userId="c1813f50-00ca-46b5-95e0-c57b63316f81" providerId="ADAL" clId="{1BF9469A-3467-43AB-908C-3E24F4C6B962}" dt="2026-02-12T13:04:59.886" v="784" actId="478"/>
          <ac:spMkLst>
            <pc:docMk/>
            <pc:sldMk cId="2249336980" sldId="353"/>
            <ac:spMk id="2" creationId="{ED5322DC-2D5E-BE2D-1DA1-A35614EF6B86}"/>
          </ac:spMkLst>
        </pc:spChg>
        <pc:spChg chg="del mod">
          <ac:chgData name="UMBERTO SCOTTI DI UCCIO" userId="c1813f50-00ca-46b5-95e0-c57b63316f81" providerId="ADAL" clId="{1BF9469A-3467-43AB-908C-3E24F4C6B962}" dt="2026-02-12T13:05:18.878" v="785" actId="478"/>
          <ac:spMkLst>
            <pc:docMk/>
            <pc:sldMk cId="2249336980" sldId="353"/>
            <ac:spMk id="4" creationId="{C72C2D4C-2BA6-EE3C-6D2B-9CC64C5730B7}"/>
          </ac:spMkLst>
        </pc:spChg>
        <pc:spChg chg="del mod">
          <ac:chgData name="UMBERTO SCOTTI DI UCCIO" userId="c1813f50-00ca-46b5-95e0-c57b63316f81" providerId="ADAL" clId="{1BF9469A-3467-43AB-908C-3E24F4C6B962}" dt="2026-02-12T13:05:18.878" v="785" actId="478"/>
          <ac:spMkLst>
            <pc:docMk/>
            <pc:sldMk cId="2249336980" sldId="353"/>
            <ac:spMk id="5" creationId="{D1F0777E-6C66-793C-DABA-AE8A1E2C6041}"/>
          </ac:spMkLst>
        </pc:spChg>
        <pc:spChg chg="del">
          <ac:chgData name="UMBERTO SCOTTI DI UCCIO" userId="c1813f50-00ca-46b5-95e0-c57b63316f81" providerId="ADAL" clId="{1BF9469A-3467-43AB-908C-3E24F4C6B962}" dt="2026-02-12T13:03:34.509" v="777" actId="478"/>
          <ac:spMkLst>
            <pc:docMk/>
            <pc:sldMk cId="2249336980" sldId="353"/>
            <ac:spMk id="9" creationId="{27159D70-2D25-BE63-5B96-3091E84D24D9}"/>
          </ac:spMkLst>
        </pc:spChg>
        <pc:spChg chg="del mod">
          <ac:chgData name="UMBERTO SCOTTI DI UCCIO" userId="c1813f50-00ca-46b5-95e0-c57b63316f81" providerId="ADAL" clId="{1BF9469A-3467-43AB-908C-3E24F4C6B962}" dt="2026-02-12T13:05:18.878" v="785" actId="478"/>
          <ac:spMkLst>
            <pc:docMk/>
            <pc:sldMk cId="2249336980" sldId="353"/>
            <ac:spMk id="10" creationId="{D09FEA2E-D855-7F7D-D8C9-81BCCF468F64}"/>
          </ac:spMkLst>
        </pc:spChg>
        <pc:spChg chg="add mod">
          <ac:chgData name="UMBERTO SCOTTI DI UCCIO" userId="c1813f50-00ca-46b5-95e0-c57b63316f81" providerId="ADAL" clId="{1BF9469A-3467-43AB-908C-3E24F4C6B962}" dt="2026-02-12T13:07:25.548" v="830" actId="1038"/>
          <ac:spMkLst>
            <pc:docMk/>
            <pc:sldMk cId="2249336980" sldId="353"/>
            <ac:spMk id="15" creationId="{A31BB9E7-9AF6-6A3C-D8BF-7AFB90A200ED}"/>
          </ac:spMkLst>
        </pc:spChg>
        <pc:spChg chg="add mod">
          <ac:chgData name="UMBERTO SCOTTI DI UCCIO" userId="c1813f50-00ca-46b5-95e0-c57b63316f81" providerId="ADAL" clId="{1BF9469A-3467-43AB-908C-3E24F4C6B962}" dt="2026-02-12T13:07:18.397" v="814" actId="1037"/>
          <ac:spMkLst>
            <pc:docMk/>
            <pc:sldMk cId="2249336980" sldId="353"/>
            <ac:spMk id="16" creationId="{59BB816D-B936-9C02-1C37-F27B0F9AFB57}"/>
          </ac:spMkLst>
        </pc:spChg>
        <pc:spChg chg="del mod">
          <ac:chgData name="UMBERTO SCOTTI DI UCCIO" userId="c1813f50-00ca-46b5-95e0-c57b63316f81" providerId="ADAL" clId="{1BF9469A-3467-43AB-908C-3E24F4C6B962}" dt="2026-02-12T13:05:18.878" v="785" actId="478"/>
          <ac:spMkLst>
            <pc:docMk/>
            <pc:sldMk cId="2249336980" sldId="353"/>
            <ac:spMk id="17" creationId="{15583D18-970B-E151-1707-FA952AC5473A}"/>
          </ac:spMkLst>
        </pc:spChg>
        <pc:spChg chg="add mod">
          <ac:chgData name="UMBERTO SCOTTI DI UCCIO" userId="c1813f50-00ca-46b5-95e0-c57b63316f81" providerId="ADAL" clId="{1BF9469A-3467-43AB-908C-3E24F4C6B962}" dt="2026-02-12T13:26:58.228" v="2411" actId="1038"/>
          <ac:spMkLst>
            <pc:docMk/>
            <pc:sldMk cId="2249336980" sldId="353"/>
            <ac:spMk id="18" creationId="{05524D74-F455-C01F-F677-F1FBC88A0329}"/>
          </ac:spMkLst>
        </pc:spChg>
        <pc:spChg chg="add mod">
          <ac:chgData name="UMBERTO SCOTTI DI UCCIO" userId="c1813f50-00ca-46b5-95e0-c57b63316f81" providerId="ADAL" clId="{1BF9469A-3467-43AB-908C-3E24F4C6B962}" dt="2026-02-12T13:26:58.228" v="2411" actId="1038"/>
          <ac:spMkLst>
            <pc:docMk/>
            <pc:sldMk cId="2249336980" sldId="353"/>
            <ac:spMk id="20" creationId="{B9CB9F0B-7C2F-6C40-671C-32CECE01F5F9}"/>
          </ac:spMkLst>
        </pc:spChg>
        <pc:spChg chg="add mod">
          <ac:chgData name="UMBERTO SCOTTI DI UCCIO" userId="c1813f50-00ca-46b5-95e0-c57b63316f81" providerId="ADAL" clId="{1BF9469A-3467-43AB-908C-3E24F4C6B962}" dt="2026-02-12T13:25:11.118" v="2227" actId="1076"/>
          <ac:spMkLst>
            <pc:docMk/>
            <pc:sldMk cId="2249336980" sldId="353"/>
            <ac:spMk id="22" creationId="{B538270F-EEC1-77BC-2C82-61BD12833CC8}"/>
          </ac:spMkLst>
        </pc:spChg>
        <pc:spChg chg="del mod">
          <ac:chgData name="UMBERTO SCOTTI DI UCCIO" userId="c1813f50-00ca-46b5-95e0-c57b63316f81" providerId="ADAL" clId="{1BF9469A-3467-43AB-908C-3E24F4C6B962}" dt="2026-02-12T13:05:18.878" v="785" actId="478"/>
          <ac:spMkLst>
            <pc:docMk/>
            <pc:sldMk cId="2249336980" sldId="353"/>
            <ac:spMk id="25" creationId="{D06BA8FE-A3B0-54B3-9227-AFC104FE7889}"/>
          </ac:spMkLst>
        </pc:spChg>
        <pc:spChg chg="del">
          <ac:chgData name="UMBERTO SCOTTI DI UCCIO" userId="c1813f50-00ca-46b5-95e0-c57b63316f81" providerId="ADAL" clId="{1BF9469A-3467-43AB-908C-3E24F4C6B962}" dt="2026-02-12T13:03:34.509" v="777" actId="478"/>
          <ac:spMkLst>
            <pc:docMk/>
            <pc:sldMk cId="2249336980" sldId="353"/>
            <ac:spMk id="26" creationId="{2BCFA371-6447-71DB-B048-BE99E3E84091}"/>
          </ac:spMkLst>
        </pc:spChg>
        <pc:spChg chg="del mod">
          <ac:chgData name="UMBERTO SCOTTI DI UCCIO" userId="c1813f50-00ca-46b5-95e0-c57b63316f81" providerId="ADAL" clId="{1BF9469A-3467-43AB-908C-3E24F4C6B962}" dt="2026-02-12T13:05:18.878" v="785" actId="478"/>
          <ac:spMkLst>
            <pc:docMk/>
            <pc:sldMk cId="2249336980" sldId="353"/>
            <ac:spMk id="35" creationId="{7F3DB9E1-8647-4524-5415-1F7D95646D7D}"/>
          </ac:spMkLst>
        </pc:spChg>
        <pc:picChg chg="add mod modCrop">
          <ac:chgData name="UMBERTO SCOTTI DI UCCIO" userId="c1813f50-00ca-46b5-95e0-c57b63316f81" providerId="ADAL" clId="{1BF9469A-3467-43AB-908C-3E24F4C6B962}" dt="2026-02-12T13:07:25.548" v="830" actId="1038"/>
          <ac:picMkLst>
            <pc:docMk/>
            <pc:sldMk cId="2249336980" sldId="353"/>
            <ac:picMk id="6" creationId="{68B4A35F-0D66-DE7F-C3EF-7B73DD33CFA2}"/>
          </ac:picMkLst>
        </pc:picChg>
        <pc:picChg chg="del mod modCrop">
          <ac:chgData name="UMBERTO SCOTTI DI UCCIO" userId="c1813f50-00ca-46b5-95e0-c57b63316f81" providerId="ADAL" clId="{1BF9469A-3467-43AB-908C-3E24F4C6B962}" dt="2026-02-12T13:05:18.878" v="785" actId="478"/>
          <ac:picMkLst>
            <pc:docMk/>
            <pc:sldMk cId="2249336980" sldId="353"/>
            <ac:picMk id="8" creationId="{1A52B137-BC00-7C38-B4EE-F8831E43F98E}"/>
          </ac:picMkLst>
        </pc:picChg>
        <pc:picChg chg="add mod modCrop">
          <ac:chgData name="UMBERTO SCOTTI DI UCCIO" userId="c1813f50-00ca-46b5-95e0-c57b63316f81" providerId="ADAL" clId="{1BF9469A-3467-43AB-908C-3E24F4C6B962}" dt="2026-02-12T13:07:18.397" v="814" actId="1037"/>
          <ac:picMkLst>
            <pc:docMk/>
            <pc:sldMk cId="2249336980" sldId="353"/>
            <ac:picMk id="11" creationId="{558D9C43-D934-97FD-A0CF-04DC33ED32F1}"/>
          </ac:picMkLst>
        </pc:picChg>
        <pc:picChg chg="add mod modCrop">
          <ac:chgData name="UMBERTO SCOTTI DI UCCIO" userId="c1813f50-00ca-46b5-95e0-c57b63316f81" providerId="ADAL" clId="{1BF9469A-3467-43AB-908C-3E24F4C6B962}" dt="2026-02-12T13:07:25.548" v="830" actId="1038"/>
          <ac:picMkLst>
            <pc:docMk/>
            <pc:sldMk cId="2249336980" sldId="353"/>
            <ac:picMk id="13" creationId="{09491695-DC79-8837-1E59-9108A96ECAFA}"/>
          </ac:picMkLst>
        </pc:picChg>
        <pc:picChg chg="del mod">
          <ac:chgData name="UMBERTO SCOTTI DI UCCIO" userId="c1813f50-00ca-46b5-95e0-c57b63316f81" providerId="ADAL" clId="{1BF9469A-3467-43AB-908C-3E24F4C6B962}" dt="2026-02-12T13:05:18.878" v="785" actId="478"/>
          <ac:picMkLst>
            <pc:docMk/>
            <pc:sldMk cId="2249336980" sldId="353"/>
            <ac:picMk id="14" creationId="{06DC0DE7-45AA-8F1E-605F-2D085902A5F9}"/>
          </ac:picMkLst>
        </pc:picChg>
        <pc:picChg chg="del mod">
          <ac:chgData name="UMBERTO SCOTTI DI UCCIO" userId="c1813f50-00ca-46b5-95e0-c57b63316f81" providerId="ADAL" clId="{1BF9469A-3467-43AB-908C-3E24F4C6B962}" dt="2026-02-12T13:05:18.878" v="785" actId="478"/>
          <ac:picMkLst>
            <pc:docMk/>
            <pc:sldMk cId="2249336980" sldId="353"/>
            <ac:picMk id="24" creationId="{18B2E64D-75DC-488D-7EA4-231BB5CABAA2}"/>
          </ac:picMkLst>
        </pc:picChg>
        <pc:picChg chg="del mod">
          <ac:chgData name="UMBERTO SCOTTI DI UCCIO" userId="c1813f50-00ca-46b5-95e0-c57b63316f81" providerId="ADAL" clId="{1BF9469A-3467-43AB-908C-3E24F4C6B962}" dt="2026-02-12T13:05:18.878" v="785" actId="478"/>
          <ac:picMkLst>
            <pc:docMk/>
            <pc:sldMk cId="2249336980" sldId="353"/>
            <ac:picMk id="34" creationId="{CB222D54-B852-F762-35E6-3DC42FD03C80}"/>
          </ac:picMkLst>
        </pc:picChg>
        <pc:cxnChg chg="del">
          <ac:chgData name="UMBERTO SCOTTI DI UCCIO" userId="c1813f50-00ca-46b5-95e0-c57b63316f81" providerId="ADAL" clId="{1BF9469A-3467-43AB-908C-3E24F4C6B962}" dt="2026-02-12T13:03:34.509" v="777" actId="478"/>
          <ac:cxnSpMkLst>
            <pc:docMk/>
            <pc:sldMk cId="2249336980" sldId="353"/>
            <ac:cxnSpMk id="27" creationId="{3779C461-59FA-1050-BCE1-1A7F11E5E4AF}"/>
          </ac:cxnSpMkLst>
        </pc:cxnChg>
      </pc:sldChg>
      <pc:sldChg chg="del modNotesTx">
        <pc:chgData name="UMBERTO SCOTTI DI UCCIO" userId="c1813f50-00ca-46b5-95e0-c57b63316f81" providerId="ADAL" clId="{1BF9469A-3467-43AB-908C-3E24F4C6B962}" dt="2026-02-12T13:27:31.887" v="2412" actId="47"/>
        <pc:sldMkLst>
          <pc:docMk/>
          <pc:sldMk cId="2571520161" sldId="550"/>
        </pc:sldMkLst>
      </pc:sldChg>
      <pc:sldChg chg="modNotesTx">
        <pc:chgData name="UMBERTO SCOTTI DI UCCIO" userId="c1813f50-00ca-46b5-95e0-c57b63316f81" providerId="ADAL" clId="{1BF9469A-3467-43AB-908C-3E24F4C6B962}" dt="2026-02-12T13:28:33.373" v="2593" actId="20577"/>
        <pc:sldMkLst>
          <pc:docMk/>
          <pc:sldMk cId="1263499255" sldId="551"/>
        </pc:sldMkLst>
      </pc:sldChg>
      <pc:sldChg chg="addSp delSp modSp new mod setBg">
        <pc:chgData name="UMBERTO SCOTTI DI UCCIO" userId="c1813f50-00ca-46b5-95e0-c57b63316f81" providerId="ADAL" clId="{1BF9469A-3467-43AB-908C-3E24F4C6B962}" dt="2026-02-12T12:40:30.408" v="54" actId="1076"/>
        <pc:sldMkLst>
          <pc:docMk/>
          <pc:sldMk cId="2311292745" sldId="552"/>
        </pc:sldMkLst>
        <pc:spChg chg="add">
          <ac:chgData name="UMBERTO SCOTTI DI UCCIO" userId="c1813f50-00ca-46b5-95e0-c57b63316f81" providerId="ADAL" clId="{1BF9469A-3467-43AB-908C-3E24F4C6B962}" dt="2026-02-12T12:39:26.426" v="41" actId="26606"/>
          <ac:spMkLst>
            <pc:docMk/>
            <pc:sldMk cId="2311292745" sldId="552"/>
            <ac:spMk id="1038" creationId="{7F23EF37-19EC-4973-A7AF-4BBF68646D7D}"/>
          </ac:spMkLst>
        </pc:spChg>
        <pc:picChg chg="add mod">
          <ac:chgData name="UMBERTO SCOTTI DI UCCIO" userId="c1813f50-00ca-46b5-95e0-c57b63316f81" providerId="ADAL" clId="{1BF9469A-3467-43AB-908C-3E24F4C6B962}" dt="2026-02-12T12:40:30.408" v="54" actId="1076"/>
          <ac:picMkLst>
            <pc:docMk/>
            <pc:sldMk cId="2311292745" sldId="552"/>
            <ac:picMk id="3" creationId="{04B03DA9-F831-9F69-0CB1-3E5F598A4131}"/>
          </ac:picMkLst>
        </pc:picChg>
        <pc:picChg chg="add mod ord">
          <ac:chgData name="UMBERTO SCOTTI DI UCCIO" userId="c1813f50-00ca-46b5-95e0-c57b63316f81" providerId="ADAL" clId="{1BF9469A-3467-43AB-908C-3E24F4C6B962}" dt="2026-02-12T12:39:49.615" v="47" actId="1076"/>
          <ac:picMkLst>
            <pc:docMk/>
            <pc:sldMk cId="2311292745" sldId="552"/>
            <ac:picMk id="5" creationId="{0AFC93E8-C648-A524-0926-974C64005F45}"/>
          </ac:picMkLst>
        </pc:picChg>
        <pc:picChg chg="add mod ord">
          <ac:chgData name="UMBERTO SCOTTI DI UCCIO" userId="c1813f50-00ca-46b5-95e0-c57b63316f81" providerId="ADAL" clId="{1BF9469A-3467-43AB-908C-3E24F4C6B962}" dt="2026-02-12T12:40:26.521" v="53" actId="1076"/>
          <ac:picMkLst>
            <pc:docMk/>
            <pc:sldMk cId="2311292745" sldId="552"/>
            <ac:picMk id="1026" creationId="{29C767EE-4719-D7B7-1B4E-6BEE90681245}"/>
          </ac:picMkLst>
        </pc:picChg>
        <pc:cxnChg chg="add del">
          <ac:chgData name="UMBERTO SCOTTI DI UCCIO" userId="c1813f50-00ca-46b5-95e0-c57b63316f81" providerId="ADAL" clId="{1BF9469A-3467-43AB-908C-3E24F4C6B962}" dt="2026-02-12T12:39:26.426" v="41" actId="26606"/>
          <ac:cxnSpMkLst>
            <pc:docMk/>
            <pc:sldMk cId="2311292745" sldId="552"/>
            <ac:cxnSpMk id="1031" creationId="{D4BDCD00-BA97-40D8-93CD-0A9CA931BE17}"/>
          </ac:cxnSpMkLst>
        </pc:cxnChg>
        <pc:cxnChg chg="add del">
          <ac:chgData name="UMBERTO SCOTTI DI UCCIO" userId="c1813f50-00ca-46b5-95e0-c57b63316f81" providerId="ADAL" clId="{1BF9469A-3467-43AB-908C-3E24F4C6B962}" dt="2026-02-12T12:39:26.426" v="41" actId="26606"/>
          <ac:cxnSpMkLst>
            <pc:docMk/>
            <pc:sldMk cId="2311292745" sldId="552"/>
            <ac:cxnSpMk id="1033" creationId="{2D631E40-F51C-4828-B23B-DF903513296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8017F-8890-4FF8-BDB4-4451B9DE07D6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403F8-0A36-4FCA-854E-BFB858F612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2123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 LED (Light </a:t>
            </a:r>
            <a:r>
              <a:rPr lang="it-IT" sz="1200" b="0" i="0" u="none" strike="noStrike" kern="1200" baseline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Emitting</a:t>
            </a: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baseline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Diode</a:t>
            </a: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è un dispositivo elettronico in grado di emettere luce. Il primo LED commerciale (rosso) fu sviluppato nel 1962; a questo è seguito dopo qualche anno il LED verde, poi il LED IR (IR = infrarosso), usato nei telecomandi, nelle fotocelle, ecc. Da allora la tecnologia ha fatto importanti passi in avanti, soprattutto in termini delle tecniche di fabbricazione e della miniaturizzazione dei dispositivi. L’ultimo, decisivo contributo è venuto da I. Akasaki, Nobel per la fisica nel 2014 con H. Amano e S. Nakamura, per la realizzazione del LED blu. Questa invenzione ha rivoluzionato l’illuminotecnica: in pochissimo tempo l’industria è stata in grado di produrre diodi blu modificati per ottenere l’emissione di luce bianca. Inoltre, combinando insieme LED rossi, verdi e blu è stato possibile realizzare gli schermi a LED comunemente usati nelle TV, nei cellulari, nelle macchine fotografiche, ecc. 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9784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Parte attiva del LED; la freccia grigia indica un piccolo specchio parabolico montato dietro alla microlampada. Il blocchetto scuro è la giunzione p-n; su di essa si nota la saldatura a un filo elettrico di collegamento.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Schema a blocchi delle parti attive del LED. La giunzione è incollata col lato n sul catodo; il contatto è conduttivo. Sul lato p è saldato il filo per il collegamento all’anodo. 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6956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Schema del circuito per la misura della caratteristica corrente-tensione del LED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884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Analogo tra il circuito elettrico e il circuito idraulico.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544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Nel circuito idraulico la goccia acquista energia potenziale gravitazionale; nel circuito elettrico un elettrone acquista energia potenziale elettrostatica. Si noti che il punto B è in basso, il punto A in alto, per tener conto della carica negativa dell’elettrone.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2378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Possiamo spiegare perché nel LED non scorre corrente ricorrendo all’analogo idraulico. Immaginiamo che un muro tappi il tubo. Per far passare la goccia possiamo solo sollevare il tubo; alla fine, ogni goccia che passa avrà una energia potenziale che corrisponde proprio all’altezza del muro.</a:t>
            </a:r>
          </a:p>
          <a:p>
            <a:r>
              <a:rPr lang="it-IT"/>
              <a:t>Similmente, nel circuito elettrico c’è un «muro» che chiamiamo «barriera di potenziale». Per far passare l’elettrone possiamo solo aumentare la sua energia potenziale; alla fine, ogni elettrone che passa avrà una energia potenziale che corrisponde proprio all’altezza della barriera. </a:t>
            </a:r>
          </a:p>
          <a:p>
            <a:r>
              <a:rPr lang="it-IT"/>
              <a:t>Nel circuito idraulico l’energia potenziale U della goccia è trasformata prima in energia cinetica, poi in calore. Nel circuito elettrico, l’energia U dell’elettrone è trasformata in energia luminosa.</a:t>
            </a:r>
            <a:br>
              <a:rPr lang="it-IT"/>
            </a:br>
            <a:r>
              <a:rPr lang="it-IT"/>
              <a:t>Siccome passa un elettrone per volta, la luce è rilasciata «goccia a goccia». Einstein </a:t>
            </a:r>
            <a:r>
              <a:rPr lang="it-IT" err="1"/>
              <a:t>chiàmò</a:t>
            </a:r>
            <a:r>
              <a:rPr lang="it-IT"/>
              <a:t> «quanti di luce» queste gocce; oggi le chiamiamo fotoni.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819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L’esperimento con i LED dimostra che l’energia potenziale dell’elettrone è proporzionale alla frequenza della luce emessa. La costante di proporzionalità è la costante di Planck.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9587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L’elettrone perde l’energia </a:t>
            </a:r>
            <a:r>
              <a:rPr lang="it-IT" err="1"/>
              <a:t>eVs</a:t>
            </a:r>
            <a:r>
              <a:rPr lang="it-IT"/>
              <a:t> e la cede al fotone. Perciò il fotone ha energia E = </a:t>
            </a:r>
            <a:r>
              <a:rPr lang="it-IT" err="1"/>
              <a:t>eVs</a:t>
            </a:r>
            <a:r>
              <a:rPr lang="it-IT"/>
              <a:t> = </a:t>
            </a:r>
            <a:r>
              <a:rPr lang="it-IT" err="1"/>
              <a:t>hv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403F8-0A36-4FCA-854E-BFB858F6127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647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0B368A-E816-127C-D0DB-4CCAB08C8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5A146D1-02DD-A305-8025-D4558BE5D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63F93E-C1B4-8768-3700-7BCF6946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DE0B91-7686-9FF4-7B55-0F9B94FD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09166C-2DFD-BA1D-3783-BEA049D6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934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93EE4F-B82F-98E8-7FC5-653393FC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805CB8-AE79-20DB-BD6B-6C960D0BF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CCF14C-11AB-A009-CCB9-921ACF6D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FBB1E2-E6A5-5604-56E6-3681274E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CFEF2F-9D54-6E8F-EE7E-98084F87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70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5CFAF3-1EA2-74D8-080E-6C6EB6534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15B0A7-8A71-BA1C-406B-675BAC297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4A0D8E-B016-C323-BB69-C255D20B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B14CEC-07B3-C81C-CFE5-F891BB9F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0E73C8-C4CF-85E6-6971-CFDF5A00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057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B76018-30E3-19F1-7A86-A8383412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B8A191-BFBE-D4A7-8599-AEDC40465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110A09-C488-BD44-9E30-7FDDCC0C8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822DF6C-14C1-0736-EC6E-6F3F1CA7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80440C-0F53-8A07-77F4-467E067D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02E6C3-4476-093B-70E4-81D5DFE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377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B5B660-E7D1-7E7D-8EF5-575FBB6B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8E5D8F-9768-F862-50E3-42FFCD808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563C83-B56F-E814-64DE-AB9330143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42A926-409B-6F1A-E107-884DF2393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42B5581-00EA-8405-6081-E2802C9D0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5CF97EA-4983-951C-DC60-3FEEA065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04294-6C1E-2A90-72DD-FA2237EB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5267FDC-9A31-CA62-EF65-31F0A55C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368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8C1058-33D5-C7AB-3763-ABD1E3FA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A84B18E-C33A-F030-C323-87F899C6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E67DEC-A8F8-6E70-D7A0-69874AC0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960913A-C6EF-47C0-E87C-5D8F8F2F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544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7CB0F53-3976-914E-F941-03B8FDE0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CA290CB-6A30-40C2-0A8E-59BBDE87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9783F9-6B7C-48D0-40BA-61AD4442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81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1CD3F7-90C9-A7A4-7302-F1DDBB4B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DAC7EF-23FC-2788-66B4-F56979CBE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45A7316-4AC5-D2C3-DB91-74D4F2D8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FE1A77C-BAFF-58CB-85B4-798C7813B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7871DE-1F87-D568-8BEB-C41A44AB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A10171-82DC-30E6-FCF0-9C92EADA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88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2FA8E7-541E-89A2-7BAF-9EA8CADB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DF88DA6-34F3-F0FB-BD7B-2A224BBDE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271C8F-364E-CAC3-7DF6-DDFD27554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EF71578-FC48-FD01-3394-2ED73208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A189A2-117B-1285-03F4-A724BD31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74D052-9390-A899-8BA8-98D31D7A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11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FEC589-71A5-C232-3DB4-57B1193F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7A76E62-373D-5062-8CCB-B061C034D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C17489-B1A3-667F-3A6B-29E47EBB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B37587-4D77-10E1-52E0-6EC7C3A7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B4B601-68A2-8802-A20D-7B663236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050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324A67E-0774-C3FC-440B-7FCBEC48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E283025-4B7D-2807-977F-D6C46AD44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D31668-C3E5-C8F6-B4F6-CC589C29F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8B2401-31B6-1BC8-E900-AD5E2920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1E2765-1988-5BBA-9A74-437F0933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86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64B284-EAAA-23D4-550C-1E972CBDC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E6935D-ECA6-F40F-041F-C63D7A3D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86E176-1262-242F-6171-2FA046D61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A55BA-9338-491A-8216-D2096C9A9CD9}" type="datetimeFigureOut">
              <a:rPr lang="it-IT" smtClean="0"/>
              <a:t>13/02/2026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F9B340-A931-8E4E-B99F-55CB5FF31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D0C6BE-02AE-8BE9-36CB-8914D5CA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140469-1609-4645-8D9F-29B148E1F1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383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microsoft.com/office/2007/relationships/hdphoto" Target="../media/hdphoto1.wdp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F23EF37-19EC-4973-A7AF-4BBF6864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4B03DA9-F831-9F69-0CB1-3E5F598A4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621" b="-1"/>
          <a:stretch>
            <a:fillRect/>
          </a:stretch>
        </p:blipFill>
        <p:spPr>
          <a:xfrm>
            <a:off x="492428" y="3858407"/>
            <a:ext cx="4013020" cy="2228759"/>
          </a:xfrm>
          <a:prstGeom prst="rect">
            <a:avLst/>
          </a:prstGeom>
        </p:spPr>
      </p:pic>
      <p:pic>
        <p:nvPicPr>
          <p:cNvPr id="1026" name="Picture 2" descr="Qual è la polarità delle luci a LED">
            <a:extLst>
              <a:ext uri="{FF2B5EF4-FFF2-40B4-BE49-F238E27FC236}">
                <a16:creationId xmlns:a16="http://schemas.microsoft.com/office/drawing/2014/main" id="{29C767EE-4719-D7B7-1B4E-6BEE90681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6" r="1033" b="-3"/>
          <a:stretch>
            <a:fillRect/>
          </a:stretch>
        </p:blipFill>
        <p:spPr bwMode="auto">
          <a:xfrm>
            <a:off x="417664" y="557195"/>
            <a:ext cx="4087784" cy="274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AFC93E8-C648-A524-0926-974C64005F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55" r="3600"/>
          <a:stretch>
            <a:fillRect/>
          </a:stretch>
        </p:blipFill>
        <p:spPr>
          <a:xfrm>
            <a:off x="4959725" y="557195"/>
            <a:ext cx="6701710" cy="574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9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23F97185-9347-18A4-0FA1-42B707AD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46" y="1023109"/>
            <a:ext cx="5915025" cy="416242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50BDE69-7D6A-AC73-3B9E-01FEE9886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275" y="361950"/>
            <a:ext cx="455295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DD47E0D-915D-4244-E1DA-4AFC12539579}"/>
              </a:ext>
            </a:extLst>
          </p:cNvPr>
          <p:cNvCxnSpPr>
            <a:cxnSpLocks/>
            <a:endCxn id="15" idx="6"/>
          </p:cNvCxnSpPr>
          <p:nvPr/>
        </p:nvCxnSpPr>
        <p:spPr>
          <a:xfrm flipH="1" flipV="1">
            <a:off x="7666927" y="1720286"/>
            <a:ext cx="3879" cy="1233784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1568426D-6C11-2B2F-F33F-4E52BBC6D2A0}"/>
              </a:ext>
            </a:extLst>
          </p:cNvPr>
          <p:cNvCxnSpPr>
            <a:cxnSpLocks/>
            <a:stCxn id="21" idx="2"/>
          </p:cNvCxnSpPr>
          <p:nvPr/>
        </p:nvCxnSpPr>
        <p:spPr>
          <a:xfrm flipV="1">
            <a:off x="7666927" y="3655636"/>
            <a:ext cx="0" cy="1279907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02DBC83D-D594-5753-E453-A4FE34B8CAB4}"/>
              </a:ext>
            </a:extLst>
          </p:cNvPr>
          <p:cNvCxnSpPr>
            <a:cxnSpLocks/>
          </p:cNvCxnSpPr>
          <p:nvPr/>
        </p:nvCxnSpPr>
        <p:spPr>
          <a:xfrm rot="5400000">
            <a:off x="7666467" y="3258996"/>
            <a:ext cx="0" cy="823239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6996E0FD-DFD3-D8F8-A3CB-CE58FBD064E5}"/>
              </a:ext>
            </a:extLst>
          </p:cNvPr>
          <p:cNvSpPr/>
          <p:nvPr/>
        </p:nvSpPr>
        <p:spPr>
          <a:xfrm flipV="1">
            <a:off x="7265191" y="2954070"/>
            <a:ext cx="813816" cy="701566"/>
          </a:xfrm>
          <a:prstGeom prst="triangle">
            <a:avLst/>
          </a:prstGeom>
          <a:solidFill>
            <a:schemeClr val="bg1"/>
          </a:solidFill>
          <a:ln w="57150" cap="rnd">
            <a:solidFill>
              <a:schemeClr val="tx1"/>
            </a:solidFill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541505C-30C4-542C-5D19-368930C2F58F}"/>
              </a:ext>
            </a:extLst>
          </p:cNvPr>
          <p:cNvCxnSpPr>
            <a:cxnSpLocks/>
          </p:cNvCxnSpPr>
          <p:nvPr/>
        </p:nvCxnSpPr>
        <p:spPr>
          <a:xfrm flipV="1">
            <a:off x="8303797" y="2687503"/>
            <a:ext cx="434340" cy="434340"/>
          </a:xfrm>
          <a:prstGeom prst="straightConnector1">
            <a:avLst/>
          </a:prstGeom>
          <a:ln w="5715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CEDFDC2-D5AA-A74D-836D-6B8923AD7B9A}"/>
              </a:ext>
            </a:extLst>
          </p:cNvPr>
          <p:cNvCxnSpPr>
            <a:cxnSpLocks/>
          </p:cNvCxnSpPr>
          <p:nvPr/>
        </p:nvCxnSpPr>
        <p:spPr>
          <a:xfrm flipV="1">
            <a:off x="8303797" y="3068503"/>
            <a:ext cx="434340" cy="434340"/>
          </a:xfrm>
          <a:prstGeom prst="straightConnector1">
            <a:avLst/>
          </a:prstGeom>
          <a:ln w="5715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64B648A-9C11-692E-01EF-3727F81FD8D2}"/>
              </a:ext>
            </a:extLst>
          </p:cNvPr>
          <p:cNvCxnSpPr>
            <a:cxnSpLocks/>
          </p:cNvCxnSpPr>
          <p:nvPr/>
        </p:nvCxnSpPr>
        <p:spPr>
          <a:xfrm flipV="1">
            <a:off x="10240039" y="1659118"/>
            <a:ext cx="0" cy="1302442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171A5E-20C5-D106-90EF-39FAF8EC7A16}"/>
              </a:ext>
            </a:extLst>
          </p:cNvPr>
          <p:cNvCxnSpPr>
            <a:cxnSpLocks/>
          </p:cNvCxnSpPr>
          <p:nvPr/>
        </p:nvCxnSpPr>
        <p:spPr>
          <a:xfrm flipV="1">
            <a:off x="10240039" y="3663126"/>
            <a:ext cx="0" cy="1314227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e 11">
            <a:extLst>
              <a:ext uri="{FF2B5EF4-FFF2-40B4-BE49-F238E27FC236}">
                <a16:creationId xmlns:a16="http://schemas.microsoft.com/office/drawing/2014/main" id="{B6DEF13F-ECF3-00F3-6F86-6A68112F5169}"/>
              </a:ext>
            </a:extLst>
          </p:cNvPr>
          <p:cNvSpPr/>
          <p:nvPr/>
        </p:nvSpPr>
        <p:spPr>
          <a:xfrm>
            <a:off x="9686827" y="2763703"/>
            <a:ext cx="1097280" cy="1097280"/>
          </a:xfrm>
          <a:prstGeom prst="ellipse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78D60CF-CDAD-0940-D190-42C6BC597056}"/>
                  </a:ext>
                </a:extLst>
              </p:cNvPr>
              <p:cNvSpPr txBox="1"/>
              <p:nvPr/>
            </p:nvSpPr>
            <p:spPr>
              <a:xfrm>
                <a:off x="10029727" y="2973789"/>
                <a:ext cx="485966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78D60CF-CDAD-0940-D190-42C6BC597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727" y="2973789"/>
                <a:ext cx="485966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AD9874B-CB65-238C-B019-7F774AE15A96}"/>
                  </a:ext>
                </a:extLst>
              </p:cNvPr>
              <p:cNvSpPr txBox="1"/>
              <p:nvPr/>
            </p:nvSpPr>
            <p:spPr>
              <a:xfrm>
                <a:off x="6595449" y="3004932"/>
                <a:ext cx="53271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BAD9874B-CB65-238C-B019-7F774AE15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449" y="3004932"/>
                <a:ext cx="532710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e 14">
            <a:extLst>
              <a:ext uri="{FF2B5EF4-FFF2-40B4-BE49-F238E27FC236}">
                <a16:creationId xmlns:a16="http://schemas.microsoft.com/office/drawing/2014/main" id="{F6FE26CE-5A7F-13B7-C972-3FAEB35F0275}"/>
              </a:ext>
            </a:extLst>
          </p:cNvPr>
          <p:cNvSpPr/>
          <p:nvPr/>
        </p:nvSpPr>
        <p:spPr>
          <a:xfrm rot="5400000">
            <a:off x="7596954" y="1580340"/>
            <a:ext cx="139946" cy="139946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56D54AE6-AF12-274C-9713-7E02790AFBB7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5306120" y="1650313"/>
            <a:ext cx="4921730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e 16">
            <a:extLst>
              <a:ext uri="{FF2B5EF4-FFF2-40B4-BE49-F238E27FC236}">
                <a16:creationId xmlns:a16="http://schemas.microsoft.com/office/drawing/2014/main" id="{35012E78-F6F9-BC40-5A87-17500EA65CE3}"/>
              </a:ext>
            </a:extLst>
          </p:cNvPr>
          <p:cNvSpPr/>
          <p:nvPr/>
        </p:nvSpPr>
        <p:spPr>
          <a:xfrm rot="5400000">
            <a:off x="5166174" y="1580340"/>
            <a:ext cx="139946" cy="139946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A19F9AF9-8948-BCEA-9023-39BBECD85A43}"/>
                  </a:ext>
                </a:extLst>
              </p:cNvPr>
              <p:cNvSpPr txBox="1"/>
              <p:nvPr/>
            </p:nvSpPr>
            <p:spPr>
              <a:xfrm>
                <a:off x="5071449" y="649482"/>
                <a:ext cx="510461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A19F9AF9-8948-BCEA-9023-39BBECD85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449" y="649482"/>
                <a:ext cx="510461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875B9686-3C97-0504-8D8A-7FE1022CC3A3}"/>
                  </a:ext>
                </a:extLst>
              </p:cNvPr>
              <p:cNvSpPr txBox="1"/>
              <p:nvPr/>
            </p:nvSpPr>
            <p:spPr>
              <a:xfrm>
                <a:off x="7387929" y="679962"/>
                <a:ext cx="48648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875B9686-3C97-0504-8D8A-7FE1022CC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929" y="679962"/>
                <a:ext cx="486480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4EDEBD85-D691-A57B-86F0-B3F4EDB5ABC8}"/>
              </a:ext>
            </a:extLst>
          </p:cNvPr>
          <p:cNvCxnSpPr>
            <a:cxnSpLocks/>
            <a:stCxn id="33" idx="0"/>
          </p:cNvCxnSpPr>
          <p:nvPr/>
        </p:nvCxnSpPr>
        <p:spPr>
          <a:xfrm>
            <a:off x="2632025" y="5005516"/>
            <a:ext cx="7595822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e 20">
            <a:extLst>
              <a:ext uri="{FF2B5EF4-FFF2-40B4-BE49-F238E27FC236}">
                <a16:creationId xmlns:a16="http://schemas.microsoft.com/office/drawing/2014/main" id="{C393CB19-D8ED-1AD2-F444-1A72094A5861}"/>
              </a:ext>
            </a:extLst>
          </p:cNvPr>
          <p:cNvSpPr/>
          <p:nvPr/>
        </p:nvSpPr>
        <p:spPr>
          <a:xfrm rot="5400000">
            <a:off x="7596954" y="4935543"/>
            <a:ext cx="139946" cy="139946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EB79A2F-9821-576E-E172-E225C0A3BF8E}"/>
                  </a:ext>
                </a:extLst>
              </p:cNvPr>
              <p:cNvSpPr txBox="1"/>
              <p:nvPr/>
            </p:nvSpPr>
            <p:spPr>
              <a:xfrm>
                <a:off x="7448889" y="5169882"/>
                <a:ext cx="49975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EB79A2F-9821-576E-E172-E225C0A3B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889" y="5169882"/>
                <a:ext cx="499752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uppo 22">
            <a:extLst>
              <a:ext uri="{FF2B5EF4-FFF2-40B4-BE49-F238E27FC236}">
                <a16:creationId xmlns:a16="http://schemas.microsoft.com/office/drawing/2014/main" id="{D11C2025-7470-2C69-DD4A-DC952B865734}"/>
              </a:ext>
            </a:extLst>
          </p:cNvPr>
          <p:cNvGrpSpPr/>
          <p:nvPr/>
        </p:nvGrpSpPr>
        <p:grpSpPr>
          <a:xfrm>
            <a:off x="1403714" y="550422"/>
            <a:ext cx="3846081" cy="5437411"/>
            <a:chOff x="1846775" y="550422"/>
            <a:chExt cx="3846081" cy="543741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CasellaDiTesto 23">
                  <a:extLst>
                    <a:ext uri="{FF2B5EF4-FFF2-40B4-BE49-F238E27FC236}">
                      <a16:creationId xmlns:a16="http://schemas.microsoft.com/office/drawing/2014/main" id="{F89303C7-BBEA-C671-FEA8-3383C5D77420}"/>
                    </a:ext>
                  </a:extLst>
                </p:cNvPr>
                <p:cNvSpPr txBox="1"/>
                <p:nvPr/>
              </p:nvSpPr>
              <p:spPr>
                <a:xfrm>
                  <a:off x="1846775" y="2934546"/>
                  <a:ext cx="450893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24" name="CasellaDiTesto 23">
                  <a:extLst>
                    <a:ext uri="{FF2B5EF4-FFF2-40B4-BE49-F238E27FC236}">
                      <a16:creationId xmlns:a16="http://schemas.microsoft.com/office/drawing/2014/main" id="{F89303C7-BBEA-C671-FEA8-3383C5D77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6775" y="2934546"/>
                  <a:ext cx="450893" cy="6771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Connettore diritto 24">
              <a:extLst>
                <a:ext uri="{FF2B5EF4-FFF2-40B4-BE49-F238E27FC236}">
                  <a16:creationId xmlns:a16="http://schemas.microsoft.com/office/drawing/2014/main" id="{761D7651-4BA4-83AB-ABFA-2D5366E47E88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>
              <a:off x="3005113" y="1720286"/>
              <a:ext cx="0" cy="14758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545D485B-33F5-58F3-3385-6F65453A3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7070" y="3419784"/>
              <a:ext cx="35608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diritto 26">
              <a:extLst>
                <a:ext uri="{FF2B5EF4-FFF2-40B4-BE49-F238E27FC236}">
                  <a16:creationId xmlns:a16="http://schemas.microsoft.com/office/drawing/2014/main" id="{0DFD35EC-04DF-9049-9A4C-BFEDF5C54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3220" y="3204902"/>
              <a:ext cx="1003787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76C36D77-9436-185B-998F-CE7535B388EE}"/>
                </a:ext>
              </a:extLst>
            </p:cNvPr>
            <p:cNvCxnSpPr>
              <a:cxnSpLocks/>
            </p:cNvCxnSpPr>
            <p:nvPr/>
          </p:nvCxnSpPr>
          <p:spPr>
            <a:xfrm>
              <a:off x="3005113" y="3439028"/>
              <a:ext cx="0" cy="220762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uppo 28">
              <a:extLst>
                <a:ext uri="{FF2B5EF4-FFF2-40B4-BE49-F238E27FC236}">
                  <a16:creationId xmlns:a16="http://schemas.microsoft.com/office/drawing/2014/main" id="{DECB951A-8501-377C-D074-CC440629CE41}"/>
                </a:ext>
              </a:extLst>
            </p:cNvPr>
            <p:cNvGrpSpPr/>
            <p:nvPr/>
          </p:nvGrpSpPr>
          <p:grpSpPr>
            <a:xfrm rot="5400000">
              <a:off x="4157280" y="312949"/>
              <a:ext cx="396423" cy="2674729"/>
              <a:chOff x="9341262" y="1126026"/>
              <a:chExt cx="396423" cy="2674729"/>
            </a:xfrm>
          </p:grpSpPr>
          <p:grpSp>
            <p:nvGrpSpPr>
              <p:cNvPr id="39" name="Gruppo 38">
                <a:extLst>
                  <a:ext uri="{FF2B5EF4-FFF2-40B4-BE49-F238E27FC236}">
                    <a16:creationId xmlns:a16="http://schemas.microsoft.com/office/drawing/2014/main" id="{F37343E7-6033-799C-537D-618CD2D41081}"/>
                  </a:ext>
                </a:extLst>
              </p:cNvPr>
              <p:cNvGrpSpPr/>
              <p:nvPr/>
            </p:nvGrpSpPr>
            <p:grpSpPr>
              <a:xfrm rot="16200000">
                <a:off x="9038970" y="2250568"/>
                <a:ext cx="1001008" cy="396423"/>
                <a:chOff x="8997614" y="3671392"/>
                <a:chExt cx="2079253" cy="371193"/>
              </a:xfrm>
            </p:grpSpPr>
            <p:cxnSp>
              <p:nvCxnSpPr>
                <p:cNvPr id="43" name="Connettore diritto 42">
                  <a:extLst>
                    <a:ext uri="{FF2B5EF4-FFF2-40B4-BE49-F238E27FC236}">
                      <a16:creationId xmlns:a16="http://schemas.microsoft.com/office/drawing/2014/main" id="{F06CC656-AF40-E9C7-FA72-D14456CA5C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13450" y="3671392"/>
                  <a:ext cx="230385" cy="37119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onnettore diritto 43">
                  <a:extLst>
                    <a:ext uri="{FF2B5EF4-FFF2-40B4-BE49-F238E27FC236}">
                      <a16:creationId xmlns:a16="http://schemas.microsoft.com/office/drawing/2014/main" id="{C81BACFA-BC37-71A5-B10B-117AE9F4C3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274075" y="3741796"/>
                  <a:ext cx="371192" cy="23038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nettore diritto 44">
                  <a:extLst>
                    <a:ext uri="{FF2B5EF4-FFF2-40B4-BE49-F238E27FC236}">
                      <a16:creationId xmlns:a16="http://schemas.microsoft.com/office/drawing/2014/main" id="{7187A3D9-E9E6-BC93-9F88-570064BF10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75506" y="3671392"/>
                  <a:ext cx="230385" cy="37119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nettore diritto 45">
                  <a:extLst>
                    <a:ext uri="{FF2B5EF4-FFF2-40B4-BE49-F238E27FC236}">
                      <a16:creationId xmlns:a16="http://schemas.microsoft.com/office/drawing/2014/main" id="{F33137AC-0FF8-30AB-BD41-BFEE5E1F6B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736131" y="3741796"/>
                  <a:ext cx="371192" cy="23038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Connettore diritto 46">
                  <a:extLst>
                    <a:ext uri="{FF2B5EF4-FFF2-40B4-BE49-F238E27FC236}">
                      <a16:creationId xmlns:a16="http://schemas.microsoft.com/office/drawing/2014/main" id="{D1D44489-789C-8C5C-91CA-E4171B24B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7562" y="3671392"/>
                  <a:ext cx="230385" cy="37119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ttore diritto 47">
                  <a:extLst>
                    <a:ext uri="{FF2B5EF4-FFF2-40B4-BE49-F238E27FC236}">
                      <a16:creationId xmlns:a16="http://schemas.microsoft.com/office/drawing/2014/main" id="{55C0A779-3441-C18B-7C7C-BD746E93DF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0198187" y="3741796"/>
                  <a:ext cx="371192" cy="23038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nettore diritto 48">
                  <a:extLst>
                    <a:ext uri="{FF2B5EF4-FFF2-40B4-BE49-F238E27FC236}">
                      <a16:creationId xmlns:a16="http://schemas.microsoft.com/office/drawing/2014/main" id="{9232703F-4F8A-1B2E-E187-C42595F5D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99618" y="3671392"/>
                  <a:ext cx="230385" cy="37119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Connettore diritto 49">
                  <a:extLst>
                    <a:ext uri="{FF2B5EF4-FFF2-40B4-BE49-F238E27FC236}">
                      <a16:creationId xmlns:a16="http://schemas.microsoft.com/office/drawing/2014/main" id="{5F85750D-6152-F58B-E35F-B449D2F9D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0660243" y="3741796"/>
                  <a:ext cx="371192" cy="23038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ttore diritto 50">
                  <a:extLst>
                    <a:ext uri="{FF2B5EF4-FFF2-40B4-BE49-F238E27FC236}">
                      <a16:creationId xmlns:a16="http://schemas.microsoft.com/office/drawing/2014/main" id="{7662C177-2265-9E53-2B73-D3302AB49688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>
                  <a:off x="10961674" y="3671392"/>
                  <a:ext cx="115193" cy="18559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ttore diritto 51">
                  <a:extLst>
                    <a:ext uri="{FF2B5EF4-FFF2-40B4-BE49-F238E27FC236}">
                      <a16:creationId xmlns:a16="http://schemas.microsoft.com/office/drawing/2014/main" id="{1DE0064C-2165-AC5F-DEF6-5101938895D0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H="1">
                  <a:off x="8997614" y="3671392"/>
                  <a:ext cx="115193" cy="18559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uppo 39">
                <a:extLst>
                  <a:ext uri="{FF2B5EF4-FFF2-40B4-BE49-F238E27FC236}">
                    <a16:creationId xmlns:a16="http://schemas.microsoft.com/office/drawing/2014/main" id="{D77D4776-A6B1-ABD4-28CA-2A4C5466D86B}"/>
                  </a:ext>
                </a:extLst>
              </p:cNvPr>
              <p:cNvGrpSpPr/>
              <p:nvPr/>
            </p:nvGrpSpPr>
            <p:grpSpPr>
              <a:xfrm>
                <a:off x="9555388" y="1126026"/>
                <a:ext cx="1" cy="2674729"/>
                <a:chOff x="5392962" y="1973750"/>
                <a:chExt cx="1" cy="2674729"/>
              </a:xfrm>
            </p:grpSpPr>
            <p:cxnSp>
              <p:nvCxnSpPr>
                <p:cNvPr id="41" name="Connettore diritto 40">
                  <a:extLst>
                    <a:ext uri="{FF2B5EF4-FFF2-40B4-BE49-F238E27FC236}">
                      <a16:creationId xmlns:a16="http://schemas.microsoft.com/office/drawing/2014/main" id="{0B4F0C21-7BB0-D935-B406-864BE4361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2963" y="3825240"/>
                  <a:ext cx="0" cy="823239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nettore diritto 41">
                  <a:extLst>
                    <a:ext uri="{FF2B5EF4-FFF2-40B4-BE49-F238E27FC236}">
                      <a16:creationId xmlns:a16="http://schemas.microsoft.com/office/drawing/2014/main" id="{34FC0E98-F285-269E-C07A-B354F9DD38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2962" y="1973750"/>
                  <a:ext cx="0" cy="79993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686743CA-C3D2-AEFC-E8D0-7C551892ECB2}"/>
                </a:ext>
              </a:extLst>
            </p:cNvPr>
            <p:cNvSpPr/>
            <p:nvPr/>
          </p:nvSpPr>
          <p:spPr>
            <a:xfrm rot="5400000">
              <a:off x="2935140" y="1580340"/>
              <a:ext cx="139946" cy="139946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CasellaDiTesto 30">
                  <a:extLst>
                    <a:ext uri="{FF2B5EF4-FFF2-40B4-BE49-F238E27FC236}">
                      <a16:creationId xmlns:a16="http://schemas.microsoft.com/office/drawing/2014/main" id="{356958A9-DAA6-E32A-EC23-47DA4906A025}"/>
                    </a:ext>
                  </a:extLst>
                </p:cNvPr>
                <p:cNvSpPr txBox="1"/>
                <p:nvPr/>
              </p:nvSpPr>
              <p:spPr>
                <a:xfrm>
                  <a:off x="4080849" y="550422"/>
                  <a:ext cx="734945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" name="CasellaDiTesto 30">
                  <a:extLst>
                    <a:ext uri="{FF2B5EF4-FFF2-40B4-BE49-F238E27FC236}">
                      <a16:creationId xmlns:a16="http://schemas.microsoft.com/office/drawing/2014/main" id="{356958A9-DAA6-E32A-EC23-47DA4906A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0849" y="550422"/>
                  <a:ext cx="734945" cy="6771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13871CE9-538A-E9E5-6CB8-B73925B662BF}"/>
                    </a:ext>
                  </a:extLst>
                </p:cNvPr>
                <p:cNvSpPr txBox="1"/>
                <p:nvPr/>
              </p:nvSpPr>
              <p:spPr>
                <a:xfrm>
                  <a:off x="2286339" y="1311759"/>
                  <a:ext cx="488018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13871CE9-538A-E9E5-6CB8-B73925B66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339" y="1311759"/>
                  <a:ext cx="488018" cy="67710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Ovale 32">
              <a:extLst>
                <a:ext uri="{FF2B5EF4-FFF2-40B4-BE49-F238E27FC236}">
                  <a16:creationId xmlns:a16="http://schemas.microsoft.com/office/drawing/2014/main" id="{07FA4471-BF97-3C11-BFEB-E927FEDF0DFA}"/>
                </a:ext>
              </a:extLst>
            </p:cNvPr>
            <p:cNvSpPr/>
            <p:nvPr/>
          </p:nvSpPr>
          <p:spPr>
            <a:xfrm rot="5400000">
              <a:off x="2935140" y="4935543"/>
              <a:ext cx="139946" cy="139946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CasellaDiTesto 33">
                  <a:extLst>
                    <a:ext uri="{FF2B5EF4-FFF2-40B4-BE49-F238E27FC236}">
                      <a16:creationId xmlns:a16="http://schemas.microsoft.com/office/drawing/2014/main" id="{48F38B6E-C524-5040-39BD-872219090CA0}"/>
                    </a:ext>
                  </a:extLst>
                </p:cNvPr>
                <p:cNvSpPr txBox="1"/>
                <p:nvPr/>
              </p:nvSpPr>
              <p:spPr>
                <a:xfrm>
                  <a:off x="2280472" y="4666962"/>
                  <a:ext cx="499752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4" name="CasellaDiTesto 33">
                  <a:extLst>
                    <a:ext uri="{FF2B5EF4-FFF2-40B4-BE49-F238E27FC236}">
                      <a16:creationId xmlns:a16="http://schemas.microsoft.com/office/drawing/2014/main" id="{48F38B6E-C524-5040-39BD-872219090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0472" y="4666962"/>
                  <a:ext cx="499752" cy="67710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4C7CEFAE-31FE-568A-A0D7-0EF1DE28EF6E}"/>
                </a:ext>
              </a:extLst>
            </p:cNvPr>
            <p:cNvGrpSpPr/>
            <p:nvPr/>
          </p:nvGrpSpPr>
          <p:grpSpPr>
            <a:xfrm>
              <a:off x="2729767" y="5720372"/>
              <a:ext cx="535464" cy="267461"/>
              <a:chOff x="703092" y="5036058"/>
              <a:chExt cx="1080000" cy="435101"/>
            </a:xfrm>
          </p:grpSpPr>
          <p:cxnSp>
            <p:nvCxnSpPr>
              <p:cNvPr id="36" name="Connettore diritto 35">
                <a:extLst>
                  <a:ext uri="{FF2B5EF4-FFF2-40B4-BE49-F238E27FC236}">
                    <a16:creationId xmlns:a16="http://schemas.microsoft.com/office/drawing/2014/main" id="{4D47CFF2-B621-159C-FD98-A4C5301815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092" y="5471159"/>
                <a:ext cx="360000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ttore diritto 36">
                <a:extLst>
                  <a:ext uri="{FF2B5EF4-FFF2-40B4-BE49-F238E27FC236}">
                    <a16:creationId xmlns:a16="http://schemas.microsoft.com/office/drawing/2014/main" id="{B81EAAD0-F31B-908C-09B6-AD5873AF5E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3092" y="5036058"/>
                <a:ext cx="1080000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ttore diritto 37">
                <a:extLst>
                  <a:ext uri="{FF2B5EF4-FFF2-40B4-BE49-F238E27FC236}">
                    <a16:creationId xmlns:a16="http://schemas.microsoft.com/office/drawing/2014/main" id="{8D3B942C-84CF-CF34-371B-3C6731963B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3092" y="5253609"/>
                <a:ext cx="720000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Arco 52">
            <a:extLst>
              <a:ext uri="{FF2B5EF4-FFF2-40B4-BE49-F238E27FC236}">
                <a16:creationId xmlns:a16="http://schemas.microsoft.com/office/drawing/2014/main" id="{D2D44AEB-6CC5-F34A-AAFC-85567FB764AB}"/>
              </a:ext>
            </a:extLst>
          </p:cNvPr>
          <p:cNvSpPr/>
          <p:nvPr/>
        </p:nvSpPr>
        <p:spPr>
          <a:xfrm>
            <a:off x="4345207" y="2679883"/>
            <a:ext cx="1524000" cy="1524000"/>
          </a:xfrm>
          <a:prstGeom prst="arc">
            <a:avLst>
              <a:gd name="adj1" fmla="val 13051706"/>
              <a:gd name="adj2" fmla="val 4964573"/>
            </a:avLst>
          </a:prstGeom>
          <a:ln w="57150" cap="rnd">
            <a:solidFill>
              <a:schemeClr val="tx1"/>
            </a:solidFill>
            <a:bevel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A2EBCC43-2F77-7922-174D-51E6D9B98B61}"/>
                  </a:ext>
                </a:extLst>
              </p:cNvPr>
              <p:cNvSpPr txBox="1"/>
              <p:nvPr/>
            </p:nvSpPr>
            <p:spPr>
              <a:xfrm>
                <a:off x="5846347" y="3758649"/>
                <a:ext cx="31284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A2EBCC43-2F77-7922-174D-51E6D9B98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347" y="3758649"/>
                <a:ext cx="312842" cy="6771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uppo 54">
            <a:extLst>
              <a:ext uri="{FF2B5EF4-FFF2-40B4-BE49-F238E27FC236}">
                <a16:creationId xmlns:a16="http://schemas.microsoft.com/office/drawing/2014/main" id="{46088449-F260-6F71-3455-FB2E25A00D03}"/>
              </a:ext>
            </a:extLst>
          </p:cNvPr>
          <p:cNvGrpSpPr/>
          <p:nvPr/>
        </p:nvGrpSpPr>
        <p:grpSpPr>
          <a:xfrm>
            <a:off x="5848785" y="1101673"/>
            <a:ext cx="1097280" cy="1097280"/>
            <a:chOff x="5716807" y="1101673"/>
            <a:chExt cx="1097280" cy="1097280"/>
          </a:xfrm>
        </p:grpSpPr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407E887E-70D1-F87E-BCA9-03612A2D0A40}"/>
                </a:ext>
              </a:extLst>
            </p:cNvPr>
            <p:cNvSpPr/>
            <p:nvPr/>
          </p:nvSpPr>
          <p:spPr>
            <a:xfrm>
              <a:off x="5716807" y="1101673"/>
              <a:ext cx="1097280" cy="1097280"/>
            </a:xfrm>
            <a:prstGeom prst="ellipse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5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CasellaDiTesto 56">
                  <a:extLst>
                    <a:ext uri="{FF2B5EF4-FFF2-40B4-BE49-F238E27FC236}">
                      <a16:creationId xmlns:a16="http://schemas.microsoft.com/office/drawing/2014/main" id="{DE6A148A-D80F-8E45-E6E0-08B71C019522}"/>
                    </a:ext>
                  </a:extLst>
                </p:cNvPr>
                <p:cNvSpPr txBox="1"/>
                <p:nvPr/>
              </p:nvSpPr>
              <p:spPr>
                <a:xfrm>
                  <a:off x="5998747" y="1311759"/>
                  <a:ext cx="478401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4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it-IT" sz="4400"/>
                </a:p>
              </p:txBody>
            </p:sp>
          </mc:Choice>
          <mc:Fallback>
            <p:sp>
              <p:nvSpPr>
                <p:cNvPr id="57" name="CasellaDiTesto 56">
                  <a:extLst>
                    <a:ext uri="{FF2B5EF4-FFF2-40B4-BE49-F238E27FC236}">
                      <a16:creationId xmlns:a16="http://schemas.microsoft.com/office/drawing/2014/main" id="{DE6A148A-D80F-8E45-E6E0-08B71C019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747" y="1311759"/>
                  <a:ext cx="478401" cy="67710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9178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>
            <a:extLst>
              <a:ext uri="{FF2B5EF4-FFF2-40B4-BE49-F238E27FC236}">
                <a16:creationId xmlns:a16="http://schemas.microsoft.com/office/drawing/2014/main" id="{3451D8FF-5A82-3163-BB49-CA02F12C5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437" y="2201662"/>
            <a:ext cx="3331840" cy="26322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CDA5BF8-182D-F3B3-E42E-5EA31C4845E8}"/>
                  </a:ext>
                </a:extLst>
              </p:cNvPr>
              <p:cNvSpPr txBox="1"/>
              <p:nvPr/>
            </p:nvSpPr>
            <p:spPr>
              <a:xfrm>
                <a:off x="1454150" y="3162300"/>
                <a:ext cx="33105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CDA5BF8-182D-F3B3-E42E-5EA31C48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150" y="3162300"/>
                <a:ext cx="33105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e 4">
            <a:extLst>
              <a:ext uri="{FF2B5EF4-FFF2-40B4-BE49-F238E27FC236}">
                <a16:creationId xmlns:a16="http://schemas.microsoft.com/office/drawing/2014/main" id="{44387667-ECC6-8409-923C-B514255D1E92}"/>
              </a:ext>
            </a:extLst>
          </p:cNvPr>
          <p:cNvSpPr/>
          <p:nvPr/>
        </p:nvSpPr>
        <p:spPr>
          <a:xfrm>
            <a:off x="3657600" y="248920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FC2C584-B1F3-82ED-1B4B-66B5E72102FE}"/>
                  </a:ext>
                </a:extLst>
              </p:cNvPr>
              <p:cNvSpPr txBox="1"/>
              <p:nvPr/>
            </p:nvSpPr>
            <p:spPr>
              <a:xfrm>
                <a:off x="3778250" y="2736850"/>
                <a:ext cx="57188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FC2C584-B1F3-82ED-1B4B-66B5E7210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50" y="2736850"/>
                <a:ext cx="57188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>
            <a:extLst>
              <a:ext uri="{FF2B5EF4-FFF2-40B4-BE49-F238E27FC236}">
                <a16:creationId xmlns:a16="http://schemas.microsoft.com/office/drawing/2014/main" id="{1EA776E4-4A53-4CE0-ACA1-5D3219984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826" y="1962352"/>
            <a:ext cx="3968394" cy="30363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FDA94CC-C4AF-0D00-C4E6-5B20AFE5AC9A}"/>
                  </a:ext>
                </a:extLst>
              </p:cNvPr>
              <p:cNvSpPr txBox="1"/>
              <p:nvPr/>
            </p:nvSpPr>
            <p:spPr>
              <a:xfrm>
                <a:off x="10038080" y="2118360"/>
                <a:ext cx="356700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FDA94CC-C4AF-0D00-C4E6-5B20AFE5A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080" y="2118360"/>
                <a:ext cx="356700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AF2317B-1F07-C9F0-0A6F-957B2C743711}"/>
                  </a:ext>
                </a:extLst>
              </p:cNvPr>
              <p:cNvSpPr txBox="1"/>
              <p:nvPr/>
            </p:nvSpPr>
            <p:spPr>
              <a:xfrm>
                <a:off x="10029777" y="4427220"/>
                <a:ext cx="373307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AF2317B-1F07-C9F0-0A6F-957B2C743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777" y="4427220"/>
                <a:ext cx="37330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8F3A2BD-AC59-CF26-E63A-C0BE2B8FF78E}"/>
                  </a:ext>
                </a:extLst>
              </p:cNvPr>
              <p:cNvSpPr txBox="1"/>
              <p:nvPr/>
            </p:nvSpPr>
            <p:spPr>
              <a:xfrm>
                <a:off x="6563360" y="3223260"/>
                <a:ext cx="403187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8F3A2BD-AC59-CF26-E63A-C0BE2B8FF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60" y="3223260"/>
                <a:ext cx="40318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02EE28A-3C30-FD44-265E-9C8960A6A6A8}"/>
                  </a:ext>
                </a:extLst>
              </p:cNvPr>
              <p:cNvSpPr txBox="1"/>
              <p:nvPr/>
            </p:nvSpPr>
            <p:spPr>
              <a:xfrm>
                <a:off x="8811260" y="2819400"/>
                <a:ext cx="630173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𝒱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02EE28A-3C30-FD44-265E-9C8960A6A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260" y="2819400"/>
                <a:ext cx="63017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86EC941-616A-97B1-5B39-D76FC0FBBBFC}"/>
                  </a:ext>
                </a:extLst>
              </p:cNvPr>
              <p:cNvSpPr txBox="1"/>
              <p:nvPr/>
            </p:nvSpPr>
            <p:spPr>
              <a:xfrm>
                <a:off x="3782060" y="2773680"/>
                <a:ext cx="571887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86EC941-616A-97B1-5B39-D76FC0FBB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060" y="2773680"/>
                <a:ext cx="571887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81A25DB-5A3B-061C-349B-FCC7A4810920}"/>
                  </a:ext>
                </a:extLst>
              </p:cNvPr>
              <p:cNvSpPr txBox="1"/>
              <p:nvPr/>
            </p:nvSpPr>
            <p:spPr>
              <a:xfrm>
                <a:off x="5146040" y="3234690"/>
                <a:ext cx="366319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81A25DB-5A3B-061C-349B-FCC7A481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040" y="3234690"/>
                <a:ext cx="366319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C7044CD-74F2-7E68-1057-C5000E171C5D}"/>
                  </a:ext>
                </a:extLst>
              </p:cNvPr>
              <p:cNvSpPr txBox="1"/>
              <p:nvPr/>
            </p:nvSpPr>
            <p:spPr>
              <a:xfrm>
                <a:off x="1419860" y="3234690"/>
                <a:ext cx="331053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C7044CD-74F2-7E68-1057-C5000E171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860" y="3234690"/>
                <a:ext cx="331053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9F077AE0-19E7-903D-17AA-A43633E0FDF9}"/>
                  </a:ext>
                </a:extLst>
              </p:cNvPr>
              <p:cNvSpPr txBox="1"/>
              <p:nvPr/>
            </p:nvSpPr>
            <p:spPr>
              <a:xfrm>
                <a:off x="4781124" y="1691640"/>
                <a:ext cx="356700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9F077AE0-19E7-903D-17AA-A43633E0F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124" y="1691640"/>
                <a:ext cx="356700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F311EA7-1812-839E-783F-33DF9B655BE6}"/>
                  </a:ext>
                </a:extLst>
              </p:cNvPr>
              <p:cNvSpPr txBox="1"/>
              <p:nvPr/>
            </p:nvSpPr>
            <p:spPr>
              <a:xfrm>
                <a:off x="4772821" y="4770120"/>
                <a:ext cx="373307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F311EA7-1812-839E-783F-33DF9B655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821" y="4770120"/>
                <a:ext cx="373307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5C5A7C86-C558-294A-7A2E-415B43C75E8C}"/>
                  </a:ext>
                </a:extLst>
              </p:cNvPr>
              <p:cNvSpPr txBox="1"/>
              <p:nvPr/>
            </p:nvSpPr>
            <p:spPr>
              <a:xfrm>
                <a:off x="9925430" y="3234690"/>
                <a:ext cx="408958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it-IT" sz="3200"/>
              </a:p>
            </p:txBody>
          </p:sp>
        </mc:Choice>
        <mc:Fallback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5C5A7C86-C558-294A-7A2E-415B43C75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430" y="3234690"/>
                <a:ext cx="408958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71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24B11C5D-834D-D188-6977-FAA9FEC4A263}"/>
              </a:ext>
            </a:extLst>
          </p:cNvPr>
          <p:cNvSpPr/>
          <p:nvPr/>
        </p:nvSpPr>
        <p:spPr>
          <a:xfrm>
            <a:off x="9119164" y="860085"/>
            <a:ext cx="2673770" cy="4992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3666760-841F-327C-35A6-E91D247C6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12" y="90678"/>
            <a:ext cx="10712760" cy="4942114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7B409791-23DA-B901-6D47-2038255F04F6}"/>
              </a:ext>
            </a:extLst>
          </p:cNvPr>
          <p:cNvSpPr/>
          <p:nvPr/>
        </p:nvSpPr>
        <p:spPr>
          <a:xfrm>
            <a:off x="758935" y="990713"/>
            <a:ext cx="4310743" cy="477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3D79477D-7780-FD7E-2F4D-B36ACA1C6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7391" y="549048"/>
            <a:ext cx="4440025" cy="42680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5BBB5AA5-54DD-7A81-2E39-2C4BAC3AC4D9}"/>
                  </a:ext>
                </a:extLst>
              </p:cNvPr>
              <p:cNvSpPr txBox="1"/>
              <p:nvPr/>
            </p:nvSpPr>
            <p:spPr>
              <a:xfrm>
                <a:off x="2469825" y="2040902"/>
                <a:ext cx="450444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5BBB5AA5-54DD-7A81-2E39-2C4BAC3AC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825" y="2040902"/>
                <a:ext cx="450444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605F4076-CC3F-D84D-DFBE-CB756E63CF54}"/>
                  </a:ext>
                </a:extLst>
              </p:cNvPr>
              <p:cNvSpPr txBox="1"/>
              <p:nvPr/>
            </p:nvSpPr>
            <p:spPr>
              <a:xfrm>
                <a:off x="3601043" y="1022807"/>
                <a:ext cx="947374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605F4076-CC3F-D84D-DFBE-CB756E63C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043" y="1022807"/>
                <a:ext cx="947374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4">
            <a:extLst>
              <a:ext uri="{FF2B5EF4-FFF2-40B4-BE49-F238E27FC236}">
                <a16:creationId xmlns:a16="http://schemas.microsoft.com/office/drawing/2014/main" id="{AEFCD89D-B96B-3B2C-13C9-203A2BF9D943}"/>
              </a:ext>
            </a:extLst>
          </p:cNvPr>
          <p:cNvSpPr/>
          <p:nvPr/>
        </p:nvSpPr>
        <p:spPr>
          <a:xfrm>
            <a:off x="9219417" y="1414020"/>
            <a:ext cx="4147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C3F5C48-621A-BF89-10E4-1ADF05FDC22C}"/>
              </a:ext>
            </a:extLst>
          </p:cNvPr>
          <p:cNvSpPr/>
          <p:nvPr/>
        </p:nvSpPr>
        <p:spPr>
          <a:xfrm>
            <a:off x="9209990" y="2837468"/>
            <a:ext cx="414780" cy="9144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92DE69F-6F23-615D-0380-7F9F3A1F4D6F}"/>
                  </a:ext>
                </a:extLst>
              </p:cNvPr>
              <p:cNvSpPr txBox="1"/>
              <p:nvPr/>
            </p:nvSpPr>
            <p:spPr>
              <a:xfrm>
                <a:off x="9153429" y="1428160"/>
                <a:ext cx="49372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it-IT" sz="4400" b="1"/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92DE69F-6F23-615D-0380-7F9F3A1F4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429" y="1428160"/>
                <a:ext cx="493725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E4D67C1-B2BE-FD4B-1E71-1205D7E6F53F}"/>
                  </a:ext>
                </a:extLst>
              </p:cNvPr>
              <p:cNvSpPr txBox="1"/>
              <p:nvPr/>
            </p:nvSpPr>
            <p:spPr>
              <a:xfrm>
                <a:off x="9161444" y="2917595"/>
                <a:ext cx="47769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it-IT" sz="4400" b="1"/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E4D67C1-B2BE-FD4B-1E71-1205D7E6F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444" y="2917595"/>
                <a:ext cx="477695" cy="6771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e 7">
            <a:extLst>
              <a:ext uri="{FF2B5EF4-FFF2-40B4-BE49-F238E27FC236}">
                <a16:creationId xmlns:a16="http://schemas.microsoft.com/office/drawing/2014/main" id="{28A3ED8C-BB80-0479-294C-4E6A4CD9EBEB}"/>
              </a:ext>
            </a:extLst>
          </p:cNvPr>
          <p:cNvSpPr/>
          <p:nvPr/>
        </p:nvSpPr>
        <p:spPr>
          <a:xfrm>
            <a:off x="8041065" y="1602555"/>
            <a:ext cx="631598" cy="631598"/>
          </a:xfrm>
          <a:prstGeom prst="ellipse">
            <a:avLst/>
          </a:prstGeom>
          <a:solidFill>
            <a:srgbClr val="A0A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E90E985-75EE-1CC8-7A91-06557CF58936}"/>
                  </a:ext>
                </a:extLst>
              </p:cNvPr>
              <p:cNvSpPr txBox="1"/>
              <p:nvPr/>
            </p:nvSpPr>
            <p:spPr>
              <a:xfrm>
                <a:off x="8144761" y="1531856"/>
                <a:ext cx="437620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it-IT" sz="4400" b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E90E985-75EE-1CC8-7A91-06557CF58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761" y="1531856"/>
                <a:ext cx="437620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e 9">
            <a:extLst>
              <a:ext uri="{FF2B5EF4-FFF2-40B4-BE49-F238E27FC236}">
                <a16:creationId xmlns:a16="http://schemas.microsoft.com/office/drawing/2014/main" id="{AA951AE7-3B15-2AA1-1842-7F71E7C1270F}"/>
              </a:ext>
            </a:extLst>
          </p:cNvPr>
          <p:cNvSpPr/>
          <p:nvPr/>
        </p:nvSpPr>
        <p:spPr>
          <a:xfrm>
            <a:off x="848413" y="2205871"/>
            <a:ext cx="631598" cy="631598"/>
          </a:xfrm>
          <a:prstGeom prst="ellipse">
            <a:avLst/>
          </a:prstGeom>
          <a:solidFill>
            <a:srgbClr val="A0A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A4FCFC82-75E3-BE2D-92BC-4C05517F58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brightnessContrast bright="6000" contrast="-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7068" y="1155420"/>
            <a:ext cx="447676" cy="4476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A3298F8-CF55-A06F-5E33-47F129871F97}"/>
                  </a:ext>
                </a:extLst>
              </p:cNvPr>
              <p:cNvSpPr txBox="1"/>
              <p:nvPr/>
            </p:nvSpPr>
            <p:spPr>
              <a:xfrm>
                <a:off x="929076" y="5675574"/>
                <a:ext cx="2660023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A3298F8-CF55-A06F-5E33-47F129871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76" y="5675574"/>
                <a:ext cx="2660023" cy="67710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2160B43-7069-A4F9-7859-B9652D22A5E6}"/>
                  </a:ext>
                </a:extLst>
              </p:cNvPr>
              <p:cNvSpPr txBox="1"/>
              <p:nvPr/>
            </p:nvSpPr>
            <p:spPr>
              <a:xfrm>
                <a:off x="6443758" y="5675574"/>
                <a:ext cx="2039469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2160B43-7069-A4F9-7859-B9652D22A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758" y="5675574"/>
                <a:ext cx="2039469" cy="6771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9EC1258-E7AF-45DD-3855-84669F6A0904}"/>
                  </a:ext>
                </a:extLst>
              </p:cNvPr>
              <p:cNvSpPr txBox="1"/>
              <p:nvPr/>
            </p:nvSpPr>
            <p:spPr>
              <a:xfrm>
                <a:off x="3645334" y="1022807"/>
                <a:ext cx="128705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59EC1258-E7AF-45DD-3855-84669F6A0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334" y="1022807"/>
                <a:ext cx="1287058" cy="76944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94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68B4A35F-0D66-DE7F-C3EF-7B73DD33CF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969"/>
          <a:stretch>
            <a:fillRect/>
          </a:stretch>
        </p:blipFill>
        <p:spPr>
          <a:xfrm>
            <a:off x="6826370" y="1650625"/>
            <a:ext cx="3686482" cy="382345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58D9C43-D934-97FD-A0CF-04DC33ED32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488"/>
          <a:stretch>
            <a:fillRect/>
          </a:stretch>
        </p:blipFill>
        <p:spPr>
          <a:xfrm>
            <a:off x="48100" y="1791452"/>
            <a:ext cx="4212814" cy="327509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9491695-DC79-8837-1E59-9108A96ECA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253"/>
          <a:stretch>
            <a:fillRect/>
          </a:stretch>
        </p:blipFill>
        <p:spPr>
          <a:xfrm>
            <a:off x="10686806" y="3217068"/>
            <a:ext cx="1332372" cy="690563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31BB9E7-9AF6-6A3C-D8BF-7AFB90A200ED}"/>
              </a:ext>
            </a:extLst>
          </p:cNvPr>
          <p:cNvSpPr txBox="1"/>
          <p:nvPr/>
        </p:nvSpPr>
        <p:spPr>
          <a:xfrm>
            <a:off x="10833458" y="2509182"/>
            <a:ext cx="10390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i="1">
                <a:latin typeface="Times" panose="02020603050405020304" pitchFamily="18" charset="0"/>
                <a:cs typeface="Times" panose="02020603050405020304" pitchFamily="18" charset="0"/>
              </a:rPr>
              <a:t>luce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9BB816D-B936-9C02-1C37-F27B0F9AFB57}"/>
              </a:ext>
            </a:extLst>
          </p:cNvPr>
          <p:cNvSpPr txBox="1"/>
          <p:nvPr/>
        </p:nvSpPr>
        <p:spPr>
          <a:xfrm>
            <a:off x="4121571" y="3979764"/>
            <a:ext cx="1495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i="1">
                <a:latin typeface="Times" panose="02020603050405020304" pitchFamily="18" charset="0"/>
                <a:cs typeface="Times" panose="02020603050405020304" pitchFamily="18" charset="0"/>
              </a:rPr>
              <a:t>calore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05524D74-F455-C01F-F677-F1FBC88A0329}"/>
                  </a:ext>
                </a:extLst>
              </p:cNvPr>
              <p:cNvSpPr txBox="1"/>
              <p:nvPr/>
            </p:nvSpPr>
            <p:spPr>
              <a:xfrm>
                <a:off x="2229979" y="773637"/>
                <a:ext cx="2881045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05524D74-F455-C01F-F677-F1FBC88A0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979" y="773637"/>
                <a:ext cx="2881045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B9CB9F0B-7C2F-6C40-671C-32CECE01F5F9}"/>
                  </a:ext>
                </a:extLst>
              </p:cNvPr>
              <p:cNvSpPr txBox="1"/>
              <p:nvPr/>
            </p:nvSpPr>
            <p:spPr>
              <a:xfrm>
                <a:off x="9403776" y="773637"/>
                <a:ext cx="2120004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B9CB9F0B-7C2F-6C40-671C-32CECE01F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776" y="773637"/>
                <a:ext cx="2120004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B538270F-EEC1-77BC-2C82-61BD12833CC8}"/>
                  </a:ext>
                </a:extLst>
              </p:cNvPr>
              <p:cNvSpPr txBox="1"/>
              <p:nvPr/>
            </p:nvSpPr>
            <p:spPr>
              <a:xfrm>
                <a:off x="3166592" y="1740675"/>
                <a:ext cx="128705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B538270F-EEC1-77BC-2C82-61BD12833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592" y="1740675"/>
                <a:ext cx="1287058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33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00395A-2983-F1B9-4BB9-E4E4D2712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26" y="747712"/>
            <a:ext cx="7810500" cy="53625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6F57FB2-4BCC-1A14-39D8-994E05BD5A1C}"/>
                  </a:ext>
                </a:extLst>
              </p:cNvPr>
              <p:cNvSpPr txBox="1"/>
              <p:nvPr/>
            </p:nvSpPr>
            <p:spPr>
              <a:xfrm>
                <a:off x="8375962" y="2324609"/>
                <a:ext cx="2335511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6F57FB2-4BCC-1A14-39D8-994E05BD5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962" y="2324609"/>
                <a:ext cx="2335511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49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9141882-5EBF-3189-C7EA-E5C39A82DCD1}"/>
                  </a:ext>
                </a:extLst>
              </p:cNvPr>
              <p:cNvSpPr txBox="1"/>
              <p:nvPr/>
            </p:nvSpPr>
            <p:spPr>
              <a:xfrm>
                <a:off x="10350790" y="3120574"/>
                <a:ext cx="1841210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9141882-5EBF-3189-C7EA-E5C39A82D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790" y="3120574"/>
                <a:ext cx="1841210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D6172A0C-21B9-EEF3-24CE-D656BA6554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09" r="42997"/>
          <a:stretch>
            <a:fillRect/>
          </a:stretch>
        </p:blipFill>
        <p:spPr>
          <a:xfrm>
            <a:off x="3808430" y="2246051"/>
            <a:ext cx="1955742" cy="2365898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EA5AE0B-328B-E985-84E2-DDE7F3D91AA2}"/>
              </a:ext>
            </a:extLst>
          </p:cNvPr>
          <p:cNvCxnSpPr>
            <a:cxnSpLocks/>
          </p:cNvCxnSpPr>
          <p:nvPr/>
        </p:nvCxnSpPr>
        <p:spPr>
          <a:xfrm flipV="1">
            <a:off x="2941163" y="593889"/>
            <a:ext cx="0" cy="4018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63DFF10-D554-7420-1EE4-1EC43F872745}"/>
                  </a:ext>
                </a:extLst>
              </p:cNvPr>
              <p:cNvSpPr txBox="1"/>
              <p:nvPr/>
            </p:nvSpPr>
            <p:spPr>
              <a:xfrm>
                <a:off x="2151425" y="773809"/>
                <a:ext cx="490134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63DFF10-D554-7420-1EE4-1EC43F872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425" y="773809"/>
                <a:ext cx="490134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magine 10">
            <a:extLst>
              <a:ext uri="{FF2B5EF4-FFF2-40B4-BE49-F238E27FC236}">
                <a16:creationId xmlns:a16="http://schemas.microsoft.com/office/drawing/2014/main" id="{131509B1-11F0-6BE1-F0CD-47C629A56A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528" t="33365" r="1"/>
          <a:stretch>
            <a:fillRect/>
          </a:stretch>
        </p:blipFill>
        <p:spPr>
          <a:xfrm>
            <a:off x="8008069" y="3035431"/>
            <a:ext cx="2131070" cy="15765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A4A2CFC-E3F4-5AEA-848C-DA062D81C99D}"/>
                  </a:ext>
                </a:extLst>
              </p:cNvPr>
              <p:cNvSpPr txBox="1"/>
              <p:nvPr/>
            </p:nvSpPr>
            <p:spPr>
              <a:xfrm>
                <a:off x="1847653" y="2358323"/>
                <a:ext cx="984436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A4A2CFC-E3F4-5AEA-848C-DA062D81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653" y="2358323"/>
                <a:ext cx="984436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83FA488-0D23-393E-52BB-31C597076A12}"/>
                  </a:ext>
                </a:extLst>
              </p:cNvPr>
              <p:cNvSpPr txBox="1"/>
              <p:nvPr/>
            </p:nvSpPr>
            <p:spPr>
              <a:xfrm>
                <a:off x="2053145" y="3822570"/>
                <a:ext cx="428002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83FA488-0D23-393E-52BB-31C597076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145" y="3822570"/>
                <a:ext cx="428002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3F030B1-EC29-4661-FFA4-CADCA380FB42}"/>
                  </a:ext>
                </a:extLst>
              </p:cNvPr>
              <p:cNvSpPr txBox="1"/>
              <p:nvPr/>
            </p:nvSpPr>
            <p:spPr>
              <a:xfrm>
                <a:off x="3580339" y="1681215"/>
                <a:ext cx="2485809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𝑒𝑙𝑒𝑡𝑡𝑟𝑜𝑛𝑒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3F030B1-EC29-4661-FFA4-CADCA380F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339" y="1681215"/>
                <a:ext cx="2485809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AAF8164B-4848-BD9A-12B0-70E1C173ECD6}"/>
                  </a:ext>
                </a:extLst>
              </p:cNvPr>
              <p:cNvSpPr txBox="1"/>
              <p:nvPr/>
            </p:nvSpPr>
            <p:spPr>
              <a:xfrm>
                <a:off x="7973845" y="1681215"/>
                <a:ext cx="1868653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𝑓𝑜𝑡𝑜𝑛𝑒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AAF8164B-4848-BD9A-12B0-70E1C173E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845" y="1681215"/>
                <a:ext cx="1868653" cy="6771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4BB2B8F-A76A-141A-5112-F5A9B6A76A7C}"/>
                  </a:ext>
                </a:extLst>
              </p:cNvPr>
              <p:cNvSpPr txBox="1"/>
              <p:nvPr/>
            </p:nvSpPr>
            <p:spPr>
              <a:xfrm>
                <a:off x="3580339" y="5331759"/>
                <a:ext cx="2335511" cy="677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it-IT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it-IT" sz="4400"/>
              </a:p>
            </p:txBody>
          </p:sp>
        </mc:Choice>
        <mc:Fallback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4BB2B8F-A76A-141A-5112-F5A9B6A7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339" y="5331759"/>
                <a:ext cx="2335511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693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8bb131-ecf7-47cf-b9fc-7d04ae7446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AB713132CAD4B9FF5C69B91201E32" ma:contentTypeVersion="17" ma:contentTypeDescription="Create a new document." ma:contentTypeScope="" ma:versionID="b729a0b98a250672bd58aa2b92a2b19f">
  <xsd:schema xmlns:xsd="http://www.w3.org/2001/XMLSchema" xmlns:xs="http://www.w3.org/2001/XMLSchema" xmlns:p="http://schemas.microsoft.com/office/2006/metadata/properties" xmlns:ns3="8f8bb131-ecf7-47cf-b9fc-7d04ae74468f" xmlns:ns4="07422fa7-f309-41bd-8ff2-f2b6b5a6bb30" targetNamespace="http://schemas.microsoft.com/office/2006/metadata/properties" ma:root="true" ma:fieldsID="47399a38d497bd558cd6ebe1c65a46d7" ns3:_="" ns4:_="">
    <xsd:import namespace="8f8bb131-ecf7-47cf-b9fc-7d04ae74468f"/>
    <xsd:import namespace="07422fa7-f309-41bd-8ff2-f2b6b5a6bb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bb131-ecf7-47cf-b9fc-7d04ae7446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22fa7-f309-41bd-8ff2-f2b6b5a6bb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675F5A-B067-40FF-8A32-23418C1A8C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F21CD5-0927-4CE8-8DD0-91D6722F615D}">
  <ds:schemaRefs>
    <ds:schemaRef ds:uri="07422fa7-f309-41bd-8ff2-f2b6b5a6bb30"/>
    <ds:schemaRef ds:uri="8f8bb131-ecf7-47cf-b9fc-7d04ae74468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A612C80-557A-4F42-ACCB-7F8D19E573A2}">
  <ds:schemaRefs>
    <ds:schemaRef ds:uri="07422fa7-f309-41bd-8ff2-f2b6b5a6bb30"/>
    <ds:schemaRef ds:uri="8f8bb131-ecf7-47cf-b9fc-7d04ae7446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Office PowerPoint</Application>
  <PresentationFormat>Widescreen</PresentationFormat>
  <Paragraphs>63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Times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UMBERTO SCOTTI DI UCCIO</dc:creator>
  <cp:lastModifiedBy>UMBERTO SCOTTI DI UCCIO</cp:lastModifiedBy>
  <cp:revision>1</cp:revision>
  <dcterms:created xsi:type="dcterms:W3CDTF">2026-02-10T09:01:21Z</dcterms:created>
  <dcterms:modified xsi:type="dcterms:W3CDTF">2026-02-13T09:11:09Z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0x010100577AB713132CAD4B9FF5C69B91201E32</vt:lpwstr>
  </property>
  <property fmtid="{D5CDD505-2E9C-101B-9397-08002B2CF9AE}" pid="3" name="MSIP_Label_2ad0b24d-6422-44b0-b3de-abb3a9e8c81a_Enabled">
    <vt:lpwstr>true</vt:lpwstr>
  </property>
  <property fmtid="{D5CDD505-2E9C-101B-9397-08002B2CF9AE}" pid="4" name="MSIP_Label_2ad0b24d-6422-44b0-b3de-abb3a9e8c81a_SetDate">
    <vt:lpwstr>2026-02-10T09:01:46Z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iteId">
    <vt:lpwstr>2fcfe26a-bb62-46b0-b1e3-28f9da0c45fd</vt:lpwstr>
  </property>
  <property fmtid="{D5CDD505-2E9C-101B-9397-08002B2CF9AE}" pid="8" name="MSIP_Label_2ad0b24d-6422-44b0-b3de-abb3a9e8c81a_ActionId">
    <vt:lpwstr>d9620322-84fd-4282-b76a-2f01b35e7936</vt:lpwstr>
  </property>
  <property fmtid="{D5CDD505-2E9C-101B-9397-08002B2CF9AE}" pid="9" name="MSIP_Label_2ad0b24d-6422-44b0-b3de-abb3a9e8c81a_ContentBits">
    <vt:lpwstr>0</vt:lpwstr>
  </property>
  <property fmtid="{D5CDD505-2E9C-101B-9397-08002B2CF9AE}" pid="10" name="MSIP_Label_2ad0b24d-6422-44b0-b3de-abb3a9e8c81a_Tag">
    <vt:lpwstr>10, 3, 0, 1</vt:lpwstr>
  </property>
</Properties>
</file>